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1" r:id="rId4"/>
    <p:sldId id="262" r:id="rId5"/>
    <p:sldId id="258" r:id="rId6"/>
    <p:sldId id="259" r:id="rId7"/>
    <p:sldId id="266" r:id="rId8"/>
    <p:sldId id="268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5F6"/>
    <a:srgbClr val="FFA589"/>
    <a:srgbClr val="DBDADA"/>
    <a:srgbClr val="FAFAFA"/>
    <a:srgbClr val="FFF7F6"/>
    <a:srgbClr val="E2ECD5"/>
    <a:srgbClr val="D0CBE7"/>
    <a:srgbClr val="FDF7FF"/>
    <a:srgbClr val="E6D4E2"/>
    <a:srgbClr val="DCE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5135E-A931-4663-B437-7A4A5AEB88F2}" type="datetimeFigureOut">
              <a:rPr lang="en-CY" smtClean="0"/>
              <a:t>04/09/2026</a:t>
            </a:fld>
            <a:endParaRPr lang="en-C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02224A-34B5-466A-8382-0A2022801953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09763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2224A-34B5-466A-8382-0A2022801953}" type="slidenum">
              <a:rPr lang="en-CY" smtClean="0"/>
              <a:t>3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003877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05FE-5779-1FBF-F2D6-1B5D4DE5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B6563-02E7-B32A-224A-12E377DA0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D97C6-B5C4-7301-AAA1-CA44AD086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3DA45-878B-61BF-75B5-1A8ED4040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2224A-34B5-466A-8382-0A2022801953}" type="slidenum">
              <a:rPr lang="en-CY" smtClean="0"/>
              <a:t>7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67672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B6F8-AEBB-B4AC-6578-B570104F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F76CE-AA91-7B7E-18AE-D5CD00781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EECC3-BCB1-96C5-CE6A-852E1B4D6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3E12F-B228-F81A-B732-6AFB9796A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2224A-34B5-466A-8382-0A2022801953}" type="slidenum">
              <a:rPr lang="en-CY" smtClean="0"/>
              <a:t>8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935002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2224A-34B5-466A-8382-0A2022801953}" type="slidenum">
              <a:rPr lang="en-CY" smtClean="0"/>
              <a:t>9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606836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0AC0-7781-D0AF-78E5-F51EE9DC4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0567F-81EF-6C0E-D914-A1BDE959D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0DA2F-6E0E-2DB2-1519-4944B4E53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BED3E-2629-6CEA-E284-F1A6FC4D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27932-F572-9213-9FD2-80775237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693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DA55-1C0A-2681-1CE4-199C2690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7DF9-0315-EEA1-4BAC-DEC88716C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4F42B-85F6-01C9-F924-00D0FF65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C7A36-65F1-F651-F53E-31189BFD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99BDF-5DFD-4598-7FCC-3BB1C6592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98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01B9-EA3F-2FAB-920A-9DAC3D16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12586-4F33-24D6-36BE-F21CB4E93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8E426-467E-9F03-81AF-1DFBB7F5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B5AE-FD2B-3F8F-EDFB-281F4C68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4708-C761-654C-E445-006E3A77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21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4B58-5D73-0606-9160-804BDC6D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5A34D-8206-29D4-42B2-A4C918DB0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07148-D7F0-1D91-CE06-507B912E7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8D81D-9E75-CB2B-2527-37915340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40608-BC91-6ED6-A7BA-D557C2EB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65DFB-42FB-22A1-0300-22EA77021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281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BC26-82E8-CC47-0462-66108BAD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96FB0-011A-BA1D-7484-8F2A0B320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3304E-95A0-82B7-9CDC-A31D310FE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F7AA5-1475-5B38-A341-7BDFC28FE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58EAD-1E6F-4130-12E3-861C3DCD8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A1DAF-EE1C-E885-9416-7218CEBD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C5872-E994-4B9C-B7E6-DBBE7DA5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BE9D22-9778-10E3-7161-4734B16A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49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ABF3-F687-9E0F-5F2A-548543EC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D8EF0-2136-BD79-7322-0091EBFF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0D405-1A98-3045-7125-2A1D1CD2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070BB-F864-3DB8-5320-F11A06A6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48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1B0D5-A039-AA41-4B7E-A5097318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E7E2F-98D2-723F-C3ED-2C5234DE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6F235-5D49-1751-1B7A-44D6FC5D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10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8161-34A7-7205-BE37-684B478D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C499-BEDB-48B2-927D-53B59B50A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D35BE-4568-4FCA-63BB-443051F34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11C0B-764A-157B-EAD1-DEE15876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04849-EAFA-59C5-1018-2E93A809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41E38-A4C3-F4D1-C027-F8AB0F0F9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17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ADE2-50C7-12FE-4D50-C90CC41F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0A90EB-48E2-7161-1241-6E70A523D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E029D-6437-8456-31C6-44B059AB8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3A943-DBD7-379C-4A97-410892C1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6E468-FEEA-4984-AD24-B2C45AAF8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E351B-E4B4-0F99-1568-CB199650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440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D2AF9-2960-E95A-FBBA-F4604304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07534-3E84-FD7D-EA01-BE49E0146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8332E-36E2-A332-4C6E-5F9049E8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B87F6-EBCD-E9D8-94B2-DFBBABBD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C95CB-1BA6-E220-73B5-71F32BD7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07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CE392-3B06-E585-5856-5378B6F3A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C1A57-C752-C259-5097-A1996C78D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A4924-DA65-76B3-67F0-1A9D185E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71643-22C6-E6E4-7FD9-116D0A67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8A93-681E-FC15-2F52-1BBB53A6C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64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68058-4339-BD35-A264-2DEEA99A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3F5DD-AB00-84CA-2983-AD5CB7726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A8053-83E5-712B-E7EF-9AA31D33E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E825E-4792-4373-A154-7B5C073BFF91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A2FA7-F962-37DC-A385-6DFC5BBC1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83968-6733-1376-5BE9-FCE5B3103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AAAC4-3214-4A36-A8CA-E6C29FC953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48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1B7F4386-C871-17BD-B05C-E4BCF3F7528E}"/>
              </a:ext>
            </a:extLst>
          </p:cNvPr>
          <p:cNvSpPr/>
          <p:nvPr/>
        </p:nvSpPr>
        <p:spPr>
          <a:xfrm>
            <a:off x="42880" y="631528"/>
            <a:ext cx="11054910" cy="4341755"/>
          </a:xfrm>
          <a:prstGeom prst="roundRect">
            <a:avLst/>
          </a:prstGeom>
          <a:solidFill>
            <a:srgbClr val="FDF7FF"/>
          </a:solidFill>
          <a:ln w="25400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14" name="Flowchart: Manual Operation 113">
            <a:extLst>
              <a:ext uri="{FF2B5EF4-FFF2-40B4-BE49-F238E27FC236}">
                <a16:creationId xmlns:a16="http://schemas.microsoft.com/office/drawing/2014/main" id="{C029787A-07DD-8F8F-44FF-48B94AB288D5}"/>
              </a:ext>
            </a:extLst>
          </p:cNvPr>
          <p:cNvSpPr/>
          <p:nvPr/>
        </p:nvSpPr>
        <p:spPr>
          <a:xfrm rot="16200000">
            <a:off x="9763415" y="2003284"/>
            <a:ext cx="3252564" cy="1518846"/>
          </a:xfrm>
          <a:prstGeom prst="flowChartManualOperation">
            <a:avLst/>
          </a:prstGeom>
          <a:solidFill>
            <a:srgbClr val="FAFA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5DE1673A-6197-DD39-550D-2CF5848A21B7}"/>
              </a:ext>
            </a:extLst>
          </p:cNvPr>
          <p:cNvSpPr/>
          <p:nvPr/>
        </p:nvSpPr>
        <p:spPr>
          <a:xfrm rot="19074875">
            <a:off x="6694339" y="1476229"/>
            <a:ext cx="337256" cy="100195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F513A1-EE67-CA7E-8F98-BFFC7CA2CE21}"/>
              </a:ext>
            </a:extLst>
          </p:cNvPr>
          <p:cNvSpPr/>
          <p:nvPr/>
        </p:nvSpPr>
        <p:spPr>
          <a:xfrm>
            <a:off x="126807" y="2161176"/>
            <a:ext cx="2853489" cy="891007"/>
          </a:xfrm>
          <a:prstGeom prst="roundRect">
            <a:avLst/>
          </a:prstGeom>
          <a:solidFill>
            <a:srgbClr val="FFF2F1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AA Sequence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NVKTL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S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QAVKNI</a:t>
            </a:r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AAA897-5660-CE8A-58A8-2FA51BACBBF9}"/>
              </a:ext>
            </a:extLst>
          </p:cNvPr>
          <p:cNvSpPr/>
          <p:nvPr/>
        </p:nvSpPr>
        <p:spPr>
          <a:xfrm>
            <a:off x="3584953" y="1739692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86AC85-7FB6-CC90-26ED-D21DEF758FBC}"/>
              </a:ext>
            </a:extLst>
          </p:cNvPr>
          <p:cNvSpPr/>
          <p:nvPr/>
        </p:nvSpPr>
        <p:spPr>
          <a:xfrm>
            <a:off x="3693009" y="1873042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114A1-2CAF-17FB-059B-3F9E0E0760C4}"/>
              </a:ext>
            </a:extLst>
          </p:cNvPr>
          <p:cNvSpPr/>
          <p:nvPr/>
        </p:nvSpPr>
        <p:spPr>
          <a:xfrm>
            <a:off x="3845409" y="2025442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503C68-A1CC-7681-BC13-F6476C15394D}"/>
              </a:ext>
            </a:extLst>
          </p:cNvPr>
          <p:cNvSpPr/>
          <p:nvPr/>
        </p:nvSpPr>
        <p:spPr>
          <a:xfrm>
            <a:off x="3997809" y="2177842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ESM-2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E9C23A-F122-76CB-0737-48F24AD05762}"/>
              </a:ext>
            </a:extLst>
          </p:cNvPr>
          <p:cNvSpPr/>
          <p:nvPr/>
        </p:nvSpPr>
        <p:spPr>
          <a:xfrm>
            <a:off x="4150209" y="2330242"/>
            <a:ext cx="2880000" cy="1368000"/>
          </a:xfrm>
          <a:prstGeom prst="roundRect">
            <a:avLst/>
          </a:prstGeom>
          <a:solidFill>
            <a:srgbClr val="FFEBFF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ESM-2 Layer</a:t>
            </a:r>
            <a:endParaRPr lang="en-GB" sz="2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522881-84EE-9D82-E486-615197823948}"/>
              </a:ext>
            </a:extLst>
          </p:cNvPr>
          <p:cNvSpPr txBox="1"/>
          <p:nvPr/>
        </p:nvSpPr>
        <p:spPr>
          <a:xfrm rot="2873514">
            <a:off x="6776002" y="1528082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x33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9AE4D7-ACDA-1BFE-5CD5-BD368780C110}"/>
              </a:ext>
            </a:extLst>
          </p:cNvPr>
          <p:cNvCxnSpPr>
            <a:cxnSpLocks/>
          </p:cNvCxnSpPr>
          <p:nvPr/>
        </p:nvCxnSpPr>
        <p:spPr>
          <a:xfrm>
            <a:off x="7144161" y="2762707"/>
            <a:ext cx="736783" cy="0"/>
          </a:xfrm>
          <a:prstGeom prst="straightConnector1">
            <a:avLst/>
          </a:prstGeom>
          <a:ln w="57150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CF0E90F-03AB-5B07-722F-AF8ED03A8D6A}"/>
              </a:ext>
            </a:extLst>
          </p:cNvPr>
          <p:cNvSpPr/>
          <p:nvPr/>
        </p:nvSpPr>
        <p:spPr>
          <a:xfrm>
            <a:off x="7984489" y="1018113"/>
            <a:ext cx="2853489" cy="3489188"/>
          </a:xfrm>
          <a:prstGeom prst="roundRect">
            <a:avLst/>
          </a:prstGeom>
          <a:solidFill>
            <a:srgbClr val="FAF2F8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Embeddings</a:t>
            </a:r>
          </a:p>
          <a:p>
            <a:r>
              <a:rPr 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1   2   3   4   5    </a:t>
            </a:r>
            <a:r>
              <a:rPr lang="en-US" sz="16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      1280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…         …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              … </a:t>
            </a:r>
          </a:p>
          <a:p>
            <a:pPr algn="ctr"/>
            <a:endParaRPr lang="en-US" sz="24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               …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ea typeface="Roboto" panose="02000000000000000000" pitchFamily="2" charset="0"/>
                <a:cs typeface="Roboto" panose="02000000000000000000" pitchFamily="2" charset="0"/>
              </a:rPr>
              <a:t>               …</a:t>
            </a: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7F09C5E0-0B57-2F06-0C05-A343D46CF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564661"/>
              </p:ext>
            </p:extLst>
          </p:nvPr>
        </p:nvGraphicFramePr>
        <p:xfrm>
          <a:off x="8165116" y="2015551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805FF24D-9DA8-57D8-6B9F-7FB0A2976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053100"/>
              </p:ext>
            </p:extLst>
          </p:nvPr>
        </p:nvGraphicFramePr>
        <p:xfrm>
          <a:off x="8165116" y="3935377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5A2E5743-BC5A-6D48-9945-E49ADEE6C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199918"/>
              </p:ext>
            </p:extLst>
          </p:nvPr>
        </p:nvGraphicFramePr>
        <p:xfrm>
          <a:off x="10201126" y="2015551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3E048A33-AB03-CBB9-F5AC-C9B51E594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831298"/>
              </p:ext>
            </p:extLst>
          </p:nvPr>
        </p:nvGraphicFramePr>
        <p:xfrm>
          <a:off x="8165116" y="2439368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E92C03C5-0D8C-1557-2A04-E60F2205D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265304"/>
              </p:ext>
            </p:extLst>
          </p:nvPr>
        </p:nvGraphicFramePr>
        <p:xfrm>
          <a:off x="10201124" y="2439368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0B789C1A-90B6-D8BC-1A5C-55993C932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642932"/>
              </p:ext>
            </p:extLst>
          </p:nvPr>
        </p:nvGraphicFramePr>
        <p:xfrm>
          <a:off x="10201121" y="3941304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7AC0CA19-2706-C05B-87BE-6BB82D80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641818"/>
              </p:ext>
            </p:extLst>
          </p:nvPr>
        </p:nvGraphicFramePr>
        <p:xfrm>
          <a:off x="8165116" y="3503397"/>
          <a:ext cx="12930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12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58612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2366903D-7A7D-0982-2860-8A7971CBF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379034"/>
              </p:ext>
            </p:extLst>
          </p:nvPr>
        </p:nvGraphicFramePr>
        <p:xfrm>
          <a:off x="10201121" y="3503397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8057BE4E-2310-87BF-ABD0-1AB736DB6CA2}"/>
              </a:ext>
            </a:extLst>
          </p:cNvPr>
          <p:cNvSpPr txBox="1"/>
          <p:nvPr/>
        </p:nvSpPr>
        <p:spPr>
          <a:xfrm>
            <a:off x="8165116" y="2966570"/>
            <a:ext cx="129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x L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C2A743D-A46F-B8A4-FCF6-BF6920AC66A2}"/>
              </a:ext>
            </a:extLst>
          </p:cNvPr>
          <p:cNvSpPr txBox="1"/>
          <p:nvPr/>
        </p:nvSpPr>
        <p:spPr>
          <a:xfrm>
            <a:off x="6877809" y="2810946"/>
            <a:ext cx="113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Remove </a:t>
            </a:r>
          </a:p>
          <a:p>
            <a:pPr algn="ctr"/>
            <a:r>
              <a:rPr lang="en-US" sz="11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CLS/EOS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BDC2A1-2335-8C78-9025-989061B671C8}"/>
              </a:ext>
            </a:extLst>
          </p:cNvPr>
          <p:cNvCxnSpPr>
            <a:cxnSpLocks/>
          </p:cNvCxnSpPr>
          <p:nvPr/>
        </p:nvCxnSpPr>
        <p:spPr>
          <a:xfrm>
            <a:off x="2980296" y="2580031"/>
            <a:ext cx="86511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888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D18E62C-2C01-41DB-61E9-5323DFB59485}"/>
              </a:ext>
            </a:extLst>
          </p:cNvPr>
          <p:cNvSpPr/>
          <p:nvPr/>
        </p:nvSpPr>
        <p:spPr>
          <a:xfrm>
            <a:off x="590547" y="572320"/>
            <a:ext cx="9832342" cy="3377594"/>
          </a:xfrm>
          <a:prstGeom prst="roundRect">
            <a:avLst/>
          </a:prstGeom>
          <a:solidFill>
            <a:srgbClr val="FAFAFA"/>
          </a:solidFill>
          <a:ln w="25400">
            <a:solidFill>
              <a:schemeClr val="bg2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01C673-9EC3-149C-FBA3-77872BD59257}"/>
              </a:ext>
            </a:extLst>
          </p:cNvPr>
          <p:cNvSpPr/>
          <p:nvPr/>
        </p:nvSpPr>
        <p:spPr>
          <a:xfrm>
            <a:off x="917363" y="1581569"/>
            <a:ext cx="2953439" cy="918700"/>
          </a:xfrm>
          <a:prstGeom prst="roundRect">
            <a:avLst/>
          </a:prstGeom>
          <a:solidFill>
            <a:srgbClr val="FCF3FF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812C8A-6160-49A3-3E0D-1B1704AE5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748431"/>
              </p:ext>
            </p:extLst>
          </p:nvPr>
        </p:nvGraphicFramePr>
        <p:xfrm>
          <a:off x="1183158" y="1865223"/>
          <a:ext cx="1338345" cy="377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69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67669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37712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rgbClr val="E2E5F6"/>
                        </a:solidFill>
                      </a:endParaRPr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A73D75-812F-F8E1-CDCA-2901F9E34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188167"/>
              </p:ext>
            </p:extLst>
          </p:nvPr>
        </p:nvGraphicFramePr>
        <p:xfrm>
          <a:off x="3155663" y="1864723"/>
          <a:ext cx="284183" cy="377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183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37712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28DE69-3AF7-F669-5C65-228CFD2D3164}"/>
              </a:ext>
            </a:extLst>
          </p:cNvPr>
          <p:cNvSpPr txBox="1"/>
          <p:nvPr/>
        </p:nvSpPr>
        <p:spPr>
          <a:xfrm>
            <a:off x="2608679" y="1707762"/>
            <a:ext cx="494758" cy="539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  <a:endParaRPr lang="en-GB" sz="2800" dirty="0"/>
          </a:p>
        </p:txBody>
      </p:sp>
      <p:sp>
        <p:nvSpPr>
          <p:cNvPr id="22" name="Double Bracket 21">
            <a:extLst>
              <a:ext uri="{FF2B5EF4-FFF2-40B4-BE49-F238E27FC236}">
                <a16:creationId xmlns:a16="http://schemas.microsoft.com/office/drawing/2014/main" id="{4E7937B8-EDB9-4A64-3948-38BAA0238B76}"/>
              </a:ext>
            </a:extLst>
          </p:cNvPr>
          <p:cNvSpPr/>
          <p:nvPr/>
        </p:nvSpPr>
        <p:spPr>
          <a:xfrm>
            <a:off x="4851706" y="1102658"/>
            <a:ext cx="2724498" cy="1967661"/>
          </a:xfrm>
          <a:prstGeom prst="bracketPair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B13BB7B-9267-FAFA-652C-D41B204F974E}"/>
                  </a:ext>
                </a:extLst>
              </p:cNvPr>
              <p:cNvSpPr/>
              <p:nvPr/>
            </p:nvSpPr>
            <p:spPr>
              <a:xfrm>
                <a:off x="5300479" y="1138856"/>
                <a:ext cx="1827236" cy="355461"/>
              </a:xfrm>
              <a:prstGeom prst="roundRect">
                <a:avLst/>
              </a:prstGeom>
              <a:solidFill>
                <a:srgbClr val="D8D1E0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B13BB7B-9267-FAFA-652C-D41B204F97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79" y="1138856"/>
                <a:ext cx="1827236" cy="3554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63925BB1-5F34-1A17-8307-72F8E76B6FD6}"/>
              </a:ext>
            </a:extLst>
          </p:cNvPr>
          <p:cNvSpPr/>
          <p:nvPr/>
        </p:nvSpPr>
        <p:spPr>
          <a:xfrm rot="5400000">
            <a:off x="6119477" y="2683919"/>
            <a:ext cx="188954" cy="1028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23FC11-E7EE-C76F-575B-4990C3ABA5DA}"/>
              </a:ext>
            </a:extLst>
          </p:cNvPr>
          <p:cNvSpPr txBox="1"/>
          <p:nvPr/>
        </p:nvSpPr>
        <p:spPr>
          <a:xfrm>
            <a:off x="5865140" y="331182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 x d</a:t>
            </a:r>
            <a:endParaRPr lang="en-US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490B320-A20A-30D9-E4F5-3382334DF0F4}"/>
              </a:ext>
            </a:extLst>
          </p:cNvPr>
          <p:cNvSpPr/>
          <p:nvPr/>
        </p:nvSpPr>
        <p:spPr>
          <a:xfrm>
            <a:off x="8543673" y="1136575"/>
            <a:ext cx="1241460" cy="1985855"/>
          </a:xfrm>
          <a:prstGeom prst="roundRect">
            <a:avLst/>
          </a:prstGeom>
          <a:solidFill>
            <a:srgbClr val="E2ECD5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50952B-EB22-93C9-6A36-9D5A2ACFFCC8}"/>
              </a:ext>
            </a:extLst>
          </p:cNvPr>
          <p:cNvSpPr txBox="1"/>
          <p:nvPr/>
        </p:nvSpPr>
        <p:spPr>
          <a:xfrm>
            <a:off x="5782191" y="767242"/>
            <a:ext cx="849818" cy="380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Slicing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4" name="Flowchart: Or 43">
            <a:extLst>
              <a:ext uri="{FF2B5EF4-FFF2-40B4-BE49-F238E27FC236}">
                <a16:creationId xmlns:a16="http://schemas.microsoft.com/office/drawing/2014/main" id="{D227E0CC-E1A2-8498-B6F7-4DFD9EC6280A}"/>
              </a:ext>
            </a:extLst>
          </p:cNvPr>
          <p:cNvSpPr/>
          <p:nvPr/>
        </p:nvSpPr>
        <p:spPr>
          <a:xfrm>
            <a:off x="8961950" y="1768472"/>
            <a:ext cx="375607" cy="372568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A3D4BCE-B1A5-3C1F-CF2C-F36DA0E2C616}"/>
              </a:ext>
            </a:extLst>
          </p:cNvPr>
          <p:cNvCxnSpPr>
            <a:cxnSpLocks/>
            <a:stCxn id="44" idx="4"/>
          </p:cNvCxnSpPr>
          <p:nvPr/>
        </p:nvCxnSpPr>
        <p:spPr>
          <a:xfrm flipH="1">
            <a:off x="9143397" y="2141040"/>
            <a:ext cx="6357" cy="4573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B758CAAE-42EB-5799-AC42-E09638A5E010}"/>
              </a:ext>
            </a:extLst>
          </p:cNvPr>
          <p:cNvSpPr/>
          <p:nvPr/>
        </p:nvSpPr>
        <p:spPr>
          <a:xfrm>
            <a:off x="8961947" y="2567001"/>
            <a:ext cx="375607" cy="372568"/>
          </a:xfrm>
          <a:prstGeom prst="flowChartConnector">
            <a:avLst/>
          </a:prstGeom>
          <a:solidFill>
            <a:srgbClr val="E2E5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D99E670E-E241-9EF4-4423-C5F526769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993006" y="2613420"/>
            <a:ext cx="282975" cy="28176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31AFF3C-C6CA-8D76-858D-62A983CA6698}"/>
              </a:ext>
            </a:extLst>
          </p:cNvPr>
          <p:cNvSpPr txBox="1"/>
          <p:nvPr/>
        </p:nvSpPr>
        <p:spPr>
          <a:xfrm>
            <a:off x="8618878" y="1224575"/>
            <a:ext cx="1032327" cy="53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Positional </a:t>
            </a:r>
          </a:p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Encoding</a:t>
            </a:r>
            <a:endParaRPr lang="en-GB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4BDC4A4A-4BA4-582C-4F9E-5A6C77250956}"/>
              </a:ext>
            </a:extLst>
          </p:cNvPr>
          <p:cNvSpPr/>
          <p:nvPr/>
        </p:nvSpPr>
        <p:spPr>
          <a:xfrm rot="5400000">
            <a:off x="2132865" y="2216413"/>
            <a:ext cx="188954" cy="1028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451068-CE35-731E-BEFD-1C6BF0269E0B}"/>
              </a:ext>
            </a:extLst>
          </p:cNvPr>
          <p:cNvSpPr txBox="1"/>
          <p:nvPr/>
        </p:nvSpPr>
        <p:spPr>
          <a:xfrm>
            <a:off x="1846737" y="2843165"/>
            <a:ext cx="947709" cy="3808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1x1280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7087D12-B539-3B68-384E-3A797DE3611A}"/>
              </a:ext>
            </a:extLst>
          </p:cNvPr>
          <p:cNvCxnSpPr>
            <a:cxnSpLocks/>
          </p:cNvCxnSpPr>
          <p:nvPr/>
        </p:nvCxnSpPr>
        <p:spPr>
          <a:xfrm>
            <a:off x="3986571" y="2037240"/>
            <a:ext cx="807618" cy="0"/>
          </a:xfrm>
          <a:prstGeom prst="straightConnector1">
            <a:avLst/>
          </a:prstGeom>
          <a:ln w="57150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13F820-7B80-3A6A-D768-47484524DC1D}"/>
              </a:ext>
            </a:extLst>
          </p:cNvPr>
          <p:cNvCxnSpPr>
            <a:cxnSpLocks/>
          </p:cNvCxnSpPr>
          <p:nvPr/>
        </p:nvCxnSpPr>
        <p:spPr>
          <a:xfrm>
            <a:off x="7576204" y="1945141"/>
            <a:ext cx="138574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9F01ECA8-238F-F564-12E8-05ACD594AE3B}"/>
                  </a:ext>
                </a:extLst>
              </p:cNvPr>
              <p:cNvSpPr/>
              <p:nvPr/>
            </p:nvSpPr>
            <p:spPr>
              <a:xfrm>
                <a:off x="5300479" y="1577058"/>
                <a:ext cx="1827236" cy="355461"/>
              </a:xfrm>
              <a:prstGeom prst="roundRect">
                <a:avLst/>
              </a:prstGeom>
              <a:solidFill>
                <a:srgbClr val="9CBE6E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9F01ECA8-238F-F564-12E8-05ACD594AE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79" y="1577058"/>
                <a:ext cx="1827236" cy="35546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B2EE4D28-7093-876E-0E46-1230DBF36FC1}"/>
                  </a:ext>
                </a:extLst>
              </p:cNvPr>
              <p:cNvSpPr/>
              <p:nvPr/>
            </p:nvSpPr>
            <p:spPr>
              <a:xfrm>
                <a:off x="5300479" y="2636130"/>
                <a:ext cx="1827236" cy="355461"/>
              </a:xfrm>
              <a:prstGeom prst="roundRect">
                <a:avLst/>
              </a:prstGeom>
              <a:solidFill>
                <a:srgbClr val="AEBCE1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GB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B2EE4D28-7093-876E-0E46-1230DBF36F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479" y="2636130"/>
                <a:ext cx="1827236" cy="35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4E18FD2-D862-D2D8-93A6-1DF8872645E3}"/>
              </a:ext>
            </a:extLst>
          </p:cNvPr>
          <p:cNvSpPr txBox="1"/>
          <p:nvPr/>
        </p:nvSpPr>
        <p:spPr>
          <a:xfrm>
            <a:off x="5300479" y="2071960"/>
            <a:ext cx="182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  <a:endParaRPr lang="en-CY" dirty="0"/>
          </a:p>
        </p:txBody>
      </p:sp>
    </p:spTree>
    <p:extLst>
      <p:ext uri="{BB962C8B-B14F-4D97-AF65-F5344CB8AC3E}">
        <p14:creationId xmlns:p14="http://schemas.microsoft.com/office/powerpoint/2010/main" val="82254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6ABDD-DFF5-AD48-61C3-294F8294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BC60F5-EE29-F430-CEBC-09216C6FC2ED}"/>
              </a:ext>
            </a:extLst>
          </p:cNvPr>
          <p:cNvSpPr/>
          <p:nvPr/>
        </p:nvSpPr>
        <p:spPr>
          <a:xfrm>
            <a:off x="748703" y="1079374"/>
            <a:ext cx="11443297" cy="4996934"/>
          </a:xfrm>
          <a:prstGeom prst="roundRect">
            <a:avLst/>
          </a:prstGeom>
          <a:solidFill>
            <a:srgbClr val="FDF7FF"/>
          </a:solidFill>
          <a:ln w="25400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4EFB54-9BFC-DE4A-16B9-E3A579088643}"/>
              </a:ext>
            </a:extLst>
          </p:cNvPr>
          <p:cNvSpPr/>
          <p:nvPr/>
        </p:nvSpPr>
        <p:spPr>
          <a:xfrm>
            <a:off x="8990300" y="3087610"/>
            <a:ext cx="2853489" cy="891007"/>
          </a:xfrm>
          <a:prstGeom prst="roundRect">
            <a:avLst/>
          </a:prstGeom>
          <a:solidFill>
            <a:srgbClr val="FFF2F1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AA Sequence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NVKTL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S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QAVKNI</a:t>
            </a:r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en-GB" sz="20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44EFE8-2263-67E5-E6D3-140FFB1DE9CD}"/>
              </a:ext>
            </a:extLst>
          </p:cNvPr>
          <p:cNvCxnSpPr>
            <a:cxnSpLocks/>
          </p:cNvCxnSpPr>
          <p:nvPr/>
        </p:nvCxnSpPr>
        <p:spPr>
          <a:xfrm flipH="1">
            <a:off x="4117868" y="3577841"/>
            <a:ext cx="865305" cy="0"/>
          </a:xfrm>
          <a:prstGeom prst="straightConnector1">
            <a:avLst/>
          </a:prstGeom>
          <a:ln w="57150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4EC815D-91F6-BB3C-25F4-67F4A44AAA6D}"/>
              </a:ext>
            </a:extLst>
          </p:cNvPr>
          <p:cNvSpPr txBox="1"/>
          <p:nvPr/>
        </p:nvSpPr>
        <p:spPr>
          <a:xfrm>
            <a:off x="4039679" y="3649060"/>
            <a:ext cx="115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Remove </a:t>
            </a:r>
          </a:p>
          <a:p>
            <a:pPr algn="ctr"/>
            <a:r>
              <a:rPr lang="en-US" sz="1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CLS/EOS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C6ED391-CD86-45FD-50FA-F9CF3CC6E76C}"/>
              </a:ext>
            </a:extLst>
          </p:cNvPr>
          <p:cNvGrpSpPr/>
          <p:nvPr/>
        </p:nvGrpSpPr>
        <p:grpSpPr>
          <a:xfrm flipH="1">
            <a:off x="5083679" y="2497060"/>
            <a:ext cx="3445256" cy="1958550"/>
            <a:chOff x="4274789" y="2255192"/>
            <a:chExt cx="3445256" cy="195855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8E557E3-F43A-8ED6-FB8F-3FEEFE3F592B}"/>
                </a:ext>
              </a:extLst>
            </p:cNvPr>
            <p:cNvSpPr/>
            <p:nvPr/>
          </p:nvSpPr>
          <p:spPr>
            <a:xfrm flipH="1">
              <a:off x="4274789" y="2255192"/>
              <a:ext cx="2880000" cy="1368000"/>
            </a:xfrm>
            <a:prstGeom prst="roundRect">
              <a:avLst/>
            </a:prstGeom>
            <a:solidFill>
              <a:srgbClr val="FFEBFF"/>
            </a:solidFill>
            <a:ln w="254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Roboto" panose="02000000000000000000" pitchFamily="2" charset="0"/>
                </a:rPr>
                <a:t>ESM-2</a:t>
              </a:r>
              <a:endParaRPr lang="en-GB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79DF305-190B-9DB9-F253-A46520B23C8B}"/>
                </a:ext>
              </a:extLst>
            </p:cNvPr>
            <p:cNvSpPr/>
            <p:nvPr/>
          </p:nvSpPr>
          <p:spPr>
            <a:xfrm flipH="1">
              <a:off x="4382845" y="2388542"/>
              <a:ext cx="2880000" cy="1368000"/>
            </a:xfrm>
            <a:prstGeom prst="roundRect">
              <a:avLst/>
            </a:prstGeom>
            <a:solidFill>
              <a:srgbClr val="FFEBFF"/>
            </a:solidFill>
            <a:ln w="254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Roboto" panose="02000000000000000000" pitchFamily="2" charset="0"/>
                </a:rPr>
                <a:t>ESM-2</a:t>
              </a:r>
              <a:endParaRPr lang="en-GB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CFF1B48-58AD-74D0-251F-5FF633F9BCCE}"/>
                </a:ext>
              </a:extLst>
            </p:cNvPr>
            <p:cNvSpPr/>
            <p:nvPr/>
          </p:nvSpPr>
          <p:spPr>
            <a:xfrm flipH="1">
              <a:off x="4535245" y="2540942"/>
              <a:ext cx="2880000" cy="1368000"/>
            </a:xfrm>
            <a:prstGeom prst="roundRect">
              <a:avLst/>
            </a:prstGeom>
            <a:solidFill>
              <a:srgbClr val="FFEBFF"/>
            </a:solidFill>
            <a:ln w="254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Roboto" panose="02000000000000000000" pitchFamily="2" charset="0"/>
                </a:rPr>
                <a:t>ESM-2</a:t>
              </a:r>
              <a:endParaRPr lang="en-GB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6494E46-EE06-855D-1DDD-84619343BB3F}"/>
                </a:ext>
              </a:extLst>
            </p:cNvPr>
            <p:cNvSpPr/>
            <p:nvPr/>
          </p:nvSpPr>
          <p:spPr>
            <a:xfrm flipH="1">
              <a:off x="4687645" y="2693342"/>
              <a:ext cx="2880000" cy="1368000"/>
            </a:xfrm>
            <a:prstGeom prst="roundRect">
              <a:avLst/>
            </a:prstGeom>
            <a:solidFill>
              <a:srgbClr val="FFEBFF"/>
            </a:solidFill>
            <a:ln w="254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Roboto" panose="02000000000000000000" pitchFamily="2" charset="0"/>
                </a:rPr>
                <a:t>ESM-2</a:t>
              </a:r>
              <a:endParaRPr lang="en-GB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9E9E270-E304-573B-D91C-B2F9DBA8BA9A}"/>
                </a:ext>
              </a:extLst>
            </p:cNvPr>
            <p:cNvSpPr/>
            <p:nvPr/>
          </p:nvSpPr>
          <p:spPr>
            <a:xfrm flipH="1">
              <a:off x="4840045" y="2845742"/>
              <a:ext cx="2880000" cy="1368000"/>
            </a:xfrm>
            <a:prstGeom prst="roundRect">
              <a:avLst/>
            </a:prstGeom>
            <a:solidFill>
              <a:srgbClr val="FFEBFF"/>
            </a:solidFill>
            <a:ln w="254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Roboto" panose="02000000000000000000" pitchFamily="2" charset="0"/>
                </a:rPr>
                <a:t>ESM-2 Layer</a:t>
              </a:r>
              <a:endParaRPr lang="en-GB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C4D35A6-C176-047B-0E1D-EB26D8915CBB}"/>
              </a:ext>
            </a:extLst>
          </p:cNvPr>
          <p:cNvSpPr/>
          <p:nvPr/>
        </p:nvSpPr>
        <p:spPr>
          <a:xfrm>
            <a:off x="1193401" y="1608235"/>
            <a:ext cx="2853489" cy="3939212"/>
          </a:xfrm>
          <a:prstGeom prst="roundRect">
            <a:avLst/>
          </a:prstGeom>
          <a:solidFill>
            <a:srgbClr val="FAF2F8"/>
          </a:solidFill>
          <a:ln w="2540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Embeddings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  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   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              …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              … 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Roboto" panose="02000000000000000000" pitchFamily="2" charset="0"/>
            </a:endParaRPr>
          </a:p>
          <a:p>
            <a:pPr algn="ctr"/>
            <a:endParaRPr lang="en-US" sz="24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Roboto" panose="02000000000000000000" pitchFamily="2" charset="0"/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               …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               …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1DE9EEF9-42CD-BB08-14E0-60D7A4298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268002"/>
              </p:ext>
            </p:extLst>
          </p:nvPr>
        </p:nvGraphicFramePr>
        <p:xfrm>
          <a:off x="1374028" y="3055697"/>
          <a:ext cx="133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BE5BAF5-4BFF-623D-D361-BC4862853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451742"/>
              </p:ext>
            </p:extLst>
          </p:nvPr>
        </p:nvGraphicFramePr>
        <p:xfrm>
          <a:off x="1374028" y="4975523"/>
          <a:ext cx="133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12D59BF4-F845-B9B1-8880-8E2AAD137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969483"/>
              </p:ext>
            </p:extLst>
          </p:nvPr>
        </p:nvGraphicFramePr>
        <p:xfrm>
          <a:off x="3410038" y="3055697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D0345D07-DAE9-3257-B786-42CD5A1A4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135878"/>
              </p:ext>
            </p:extLst>
          </p:nvPr>
        </p:nvGraphicFramePr>
        <p:xfrm>
          <a:off x="1374028" y="3479514"/>
          <a:ext cx="133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A5E7270-790B-2910-0CF3-0B3DE3CE2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47175"/>
              </p:ext>
            </p:extLst>
          </p:nvPr>
        </p:nvGraphicFramePr>
        <p:xfrm>
          <a:off x="3410036" y="3479514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2635566-1C02-D913-7329-1A8CEFBEF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040547"/>
              </p:ext>
            </p:extLst>
          </p:nvPr>
        </p:nvGraphicFramePr>
        <p:xfrm>
          <a:off x="3410033" y="4981450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DCF2D67F-2339-2BC6-A256-99E106D25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559489"/>
              </p:ext>
            </p:extLst>
          </p:nvPr>
        </p:nvGraphicFramePr>
        <p:xfrm>
          <a:off x="1374028" y="4543543"/>
          <a:ext cx="133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266400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E2E5F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DCB12C6C-F5D8-18AE-B91F-2AD6AE74D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937339"/>
              </p:ext>
            </p:extLst>
          </p:nvPr>
        </p:nvGraphicFramePr>
        <p:xfrm>
          <a:off x="3410033" y="4543543"/>
          <a:ext cx="274567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67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20870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4CAE7880-3804-78C1-62DB-0990507E3D40}"/>
              </a:ext>
            </a:extLst>
          </p:cNvPr>
          <p:cNvSpPr txBox="1"/>
          <p:nvPr/>
        </p:nvSpPr>
        <p:spPr>
          <a:xfrm>
            <a:off x="1374028" y="4006716"/>
            <a:ext cx="1293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 L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4" name="Flowchart: Manual Operation 53">
            <a:extLst>
              <a:ext uri="{FF2B5EF4-FFF2-40B4-BE49-F238E27FC236}">
                <a16:creationId xmlns:a16="http://schemas.microsoft.com/office/drawing/2014/main" id="{2677B455-D912-0927-ADFD-9122F4AE7179}"/>
              </a:ext>
            </a:extLst>
          </p:cNvPr>
          <p:cNvSpPr/>
          <p:nvPr/>
        </p:nvSpPr>
        <p:spPr>
          <a:xfrm rot="5400000">
            <a:off x="-707695" y="3109060"/>
            <a:ext cx="2713084" cy="1080000"/>
          </a:xfrm>
          <a:prstGeom prst="flowChartManualOperation">
            <a:avLst/>
          </a:prstGeom>
          <a:solidFill>
            <a:srgbClr val="FAFAFA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30E37271-AF82-33F0-2CD0-722D6923A6FA}"/>
              </a:ext>
            </a:extLst>
          </p:cNvPr>
          <p:cNvSpPr/>
          <p:nvPr/>
        </p:nvSpPr>
        <p:spPr>
          <a:xfrm rot="13323282">
            <a:off x="5063110" y="2173673"/>
            <a:ext cx="337256" cy="100195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9EB66-7305-68DD-A5C9-5806FEB5A130}"/>
              </a:ext>
            </a:extLst>
          </p:cNvPr>
          <p:cNvSpPr txBox="1"/>
          <p:nvPr/>
        </p:nvSpPr>
        <p:spPr>
          <a:xfrm rot="18882416">
            <a:off x="4617509" y="2199079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x33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7F70B7-B17B-78CE-8C5E-B2B6924FB2AC}"/>
              </a:ext>
            </a:extLst>
          </p:cNvPr>
          <p:cNvCxnSpPr>
            <a:cxnSpLocks/>
          </p:cNvCxnSpPr>
          <p:nvPr/>
        </p:nvCxnSpPr>
        <p:spPr>
          <a:xfrm flipH="1">
            <a:off x="8125187" y="3540422"/>
            <a:ext cx="86511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7E055D0-BA9A-8DAC-5E46-950D0C1627F5}"/>
              </a:ext>
            </a:extLst>
          </p:cNvPr>
          <p:cNvSpPr txBox="1"/>
          <p:nvPr/>
        </p:nvSpPr>
        <p:spPr>
          <a:xfrm>
            <a:off x="1374027" y="2537626"/>
            <a:ext cx="2598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1  2  3  4  5     …    1280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9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F999-E5D1-DF38-421E-0D047F148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urved Right 57">
            <a:extLst>
              <a:ext uri="{FF2B5EF4-FFF2-40B4-BE49-F238E27FC236}">
                <a16:creationId xmlns:a16="http://schemas.microsoft.com/office/drawing/2014/main" id="{8A7BCF50-9FBF-345E-6FC9-BCB2D2EF7418}"/>
              </a:ext>
            </a:extLst>
          </p:cNvPr>
          <p:cNvSpPr/>
          <p:nvPr/>
        </p:nvSpPr>
        <p:spPr>
          <a:xfrm>
            <a:off x="66918" y="3962868"/>
            <a:ext cx="1366353" cy="2795278"/>
          </a:xfrm>
          <a:prstGeom prst="curved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500654-33A3-987A-AC9E-B1221C03ABC7}"/>
              </a:ext>
            </a:extLst>
          </p:cNvPr>
          <p:cNvSpPr/>
          <p:nvPr/>
        </p:nvSpPr>
        <p:spPr>
          <a:xfrm>
            <a:off x="687592" y="1093266"/>
            <a:ext cx="11376000" cy="4644000"/>
          </a:xfrm>
          <a:prstGeom prst="roundRect">
            <a:avLst/>
          </a:prstGeom>
          <a:solidFill>
            <a:srgbClr val="FAFAFA"/>
          </a:solidFill>
          <a:ln w="25400">
            <a:solidFill>
              <a:schemeClr val="bg2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6051F5-BA57-0050-3245-5C3BE38432DA}"/>
              </a:ext>
            </a:extLst>
          </p:cNvPr>
          <p:cNvSpPr/>
          <p:nvPr/>
        </p:nvSpPr>
        <p:spPr>
          <a:xfrm>
            <a:off x="8156408" y="2855471"/>
            <a:ext cx="3348000" cy="918700"/>
          </a:xfrm>
          <a:prstGeom prst="roundRect">
            <a:avLst/>
          </a:prstGeom>
          <a:solidFill>
            <a:srgbClr val="FCF3FF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A1A0CD-11DE-9EC0-979E-885145A33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15985"/>
              </p:ext>
            </p:extLst>
          </p:nvPr>
        </p:nvGraphicFramePr>
        <p:xfrm>
          <a:off x="8411745" y="3126257"/>
          <a:ext cx="1800000" cy="3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rgbClr val="E2E5F6"/>
                        </a:solidFill>
                      </a:endParaRPr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A4C792-DA1A-AEC1-FBF7-C5B3436BB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507452"/>
              </p:ext>
            </p:extLst>
          </p:nvPr>
        </p:nvGraphicFramePr>
        <p:xfrm>
          <a:off x="10758729" y="3126257"/>
          <a:ext cx="360000" cy="3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DA46D62-7ACB-A9E7-1370-B96DAB94E3F8}"/>
              </a:ext>
            </a:extLst>
          </p:cNvPr>
          <p:cNvSpPr txBox="1"/>
          <p:nvPr/>
        </p:nvSpPr>
        <p:spPr>
          <a:xfrm>
            <a:off x="10263971" y="2973985"/>
            <a:ext cx="453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en-GB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5B4571D8-AD2B-A45B-0ECD-6F123C57E3FD}"/>
              </a:ext>
            </a:extLst>
          </p:cNvPr>
          <p:cNvSpPr/>
          <p:nvPr/>
        </p:nvSpPr>
        <p:spPr>
          <a:xfrm rot="5400000">
            <a:off x="9708748" y="3327558"/>
            <a:ext cx="324000" cy="1476000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5F6E48-D0CB-38C5-D299-A52B695FA943}"/>
              </a:ext>
            </a:extLst>
          </p:cNvPr>
          <p:cNvSpPr txBox="1"/>
          <p:nvPr/>
        </p:nvSpPr>
        <p:spPr>
          <a:xfrm>
            <a:off x="9368847" y="4227558"/>
            <a:ext cx="1003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1x1280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43F28A-8FD7-FF27-E163-2602C163F553}"/>
              </a:ext>
            </a:extLst>
          </p:cNvPr>
          <p:cNvCxnSpPr>
            <a:cxnSpLocks/>
          </p:cNvCxnSpPr>
          <p:nvPr/>
        </p:nvCxnSpPr>
        <p:spPr>
          <a:xfrm flipH="1">
            <a:off x="7170819" y="3294512"/>
            <a:ext cx="807618" cy="0"/>
          </a:xfrm>
          <a:prstGeom prst="straightConnector1">
            <a:avLst/>
          </a:prstGeom>
          <a:ln w="57150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Double Bracket 17">
            <a:extLst>
              <a:ext uri="{FF2B5EF4-FFF2-40B4-BE49-F238E27FC236}">
                <a16:creationId xmlns:a16="http://schemas.microsoft.com/office/drawing/2014/main" id="{68D51139-0E5A-F258-C027-7D620BD94E16}"/>
              </a:ext>
            </a:extLst>
          </p:cNvPr>
          <p:cNvSpPr/>
          <p:nvPr/>
        </p:nvSpPr>
        <p:spPr>
          <a:xfrm>
            <a:off x="4170736" y="2173824"/>
            <a:ext cx="2855467" cy="2303077"/>
          </a:xfrm>
          <a:prstGeom prst="bracketPair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CF5BFFF-3042-7EBF-D48D-9F79CD30856B}"/>
                  </a:ext>
                </a:extLst>
              </p:cNvPr>
              <p:cNvSpPr/>
              <p:nvPr/>
            </p:nvSpPr>
            <p:spPr>
              <a:xfrm>
                <a:off x="4563608" y="2432899"/>
                <a:ext cx="2160000" cy="360000"/>
              </a:xfrm>
              <a:prstGeom prst="roundRect">
                <a:avLst/>
              </a:prstGeom>
              <a:solidFill>
                <a:srgbClr val="D8D1E0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CF5BFFF-3042-7EBF-D48D-9F79CD3085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608" y="2432899"/>
                <a:ext cx="2160000" cy="3600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3B5CEC7A-29BC-75DD-AD3E-CFC07EEF7B14}"/>
              </a:ext>
            </a:extLst>
          </p:cNvPr>
          <p:cNvSpPr/>
          <p:nvPr/>
        </p:nvSpPr>
        <p:spPr>
          <a:xfrm rot="5400000">
            <a:off x="5509234" y="4014335"/>
            <a:ext cx="288000" cy="1260000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F5675C-675F-4E32-4126-39CAF759638D}"/>
              </a:ext>
            </a:extLst>
          </p:cNvPr>
          <p:cNvSpPr txBox="1"/>
          <p:nvPr/>
        </p:nvSpPr>
        <p:spPr>
          <a:xfrm>
            <a:off x="5332872" y="479050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 x d</a:t>
            </a:r>
            <a:endParaRPr lang="en-US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EF149E-5522-ED11-64A1-C9BBF60DB694}"/>
              </a:ext>
            </a:extLst>
          </p:cNvPr>
          <p:cNvSpPr txBox="1"/>
          <p:nvPr/>
        </p:nvSpPr>
        <p:spPr>
          <a:xfrm>
            <a:off x="5156135" y="1642088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Slicing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9D156169-5403-561F-1AC0-CB58BD94AE01}"/>
                  </a:ext>
                </a:extLst>
              </p:cNvPr>
              <p:cNvSpPr/>
              <p:nvPr/>
            </p:nvSpPr>
            <p:spPr>
              <a:xfrm>
                <a:off x="4563608" y="2934512"/>
                <a:ext cx="2160000" cy="360000"/>
              </a:xfrm>
              <a:prstGeom prst="roundRect">
                <a:avLst/>
              </a:prstGeom>
              <a:solidFill>
                <a:srgbClr val="9CBE6E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9D156169-5403-561F-1AC0-CB58BD94AE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608" y="2934512"/>
                <a:ext cx="2160000" cy="360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4D0847A7-666B-21DF-CC98-5580ECC336ED}"/>
                  </a:ext>
                </a:extLst>
              </p:cNvPr>
              <p:cNvSpPr/>
              <p:nvPr/>
            </p:nvSpPr>
            <p:spPr>
              <a:xfrm>
                <a:off x="4563608" y="3948618"/>
                <a:ext cx="2160000" cy="360000"/>
              </a:xfrm>
              <a:prstGeom prst="roundRect">
                <a:avLst/>
              </a:prstGeom>
              <a:solidFill>
                <a:srgbClr val="AEBCE1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GB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4D0847A7-666B-21DF-CC98-5580ECC336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608" y="3948618"/>
                <a:ext cx="2160000" cy="360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22B4C7E-EC7F-9C2D-83C7-06D445C329CF}"/>
              </a:ext>
            </a:extLst>
          </p:cNvPr>
          <p:cNvSpPr txBox="1"/>
          <p:nvPr/>
        </p:nvSpPr>
        <p:spPr>
          <a:xfrm>
            <a:off x="4563608" y="3437429"/>
            <a:ext cx="216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en-CY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4793F5C-2658-5B22-D02F-36E136DCBCC7}"/>
              </a:ext>
            </a:extLst>
          </p:cNvPr>
          <p:cNvSpPr/>
          <p:nvPr/>
        </p:nvSpPr>
        <p:spPr>
          <a:xfrm>
            <a:off x="1433271" y="2042198"/>
            <a:ext cx="1514450" cy="2746137"/>
          </a:xfrm>
          <a:prstGeom prst="roundRect">
            <a:avLst/>
          </a:prstGeom>
          <a:solidFill>
            <a:srgbClr val="E2ECD5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6" name="Flowchart: Or 45">
            <a:extLst>
              <a:ext uri="{FF2B5EF4-FFF2-40B4-BE49-F238E27FC236}">
                <a16:creationId xmlns:a16="http://schemas.microsoft.com/office/drawing/2014/main" id="{3A7F91D9-D2EF-FF81-3DDB-06F11EDA6C42}"/>
              </a:ext>
            </a:extLst>
          </p:cNvPr>
          <p:cNvSpPr/>
          <p:nvPr/>
        </p:nvSpPr>
        <p:spPr>
          <a:xfrm>
            <a:off x="1888591" y="2919656"/>
            <a:ext cx="576000" cy="576000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F1A03DC-A029-C584-3FC5-FABC8C470DA3}"/>
              </a:ext>
            </a:extLst>
          </p:cNvPr>
          <p:cNvCxnSpPr>
            <a:cxnSpLocks/>
            <a:stCxn id="46" idx="4"/>
            <a:endCxn id="50" idx="0"/>
          </p:cNvCxnSpPr>
          <p:nvPr/>
        </p:nvCxnSpPr>
        <p:spPr>
          <a:xfrm>
            <a:off x="2176591" y="3495656"/>
            <a:ext cx="0" cy="467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DD88C61D-3A0F-DD13-C35B-FB42268D3BDC}"/>
              </a:ext>
            </a:extLst>
          </p:cNvPr>
          <p:cNvSpPr/>
          <p:nvPr/>
        </p:nvSpPr>
        <p:spPr>
          <a:xfrm>
            <a:off x="1888591" y="3962868"/>
            <a:ext cx="576000" cy="576000"/>
          </a:xfrm>
          <a:prstGeom prst="flowChartConnector">
            <a:avLst/>
          </a:prstGeom>
          <a:solidFill>
            <a:srgbClr val="E2E5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0DBA011-4665-73D9-6300-B33071E96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60591" y="4060969"/>
            <a:ext cx="432000" cy="430157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1229A18-0285-8DE8-5355-238E17739064}"/>
              </a:ext>
            </a:extLst>
          </p:cNvPr>
          <p:cNvSpPr txBox="1"/>
          <p:nvPr/>
        </p:nvSpPr>
        <p:spPr>
          <a:xfrm>
            <a:off x="1410108" y="2157762"/>
            <a:ext cx="1560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Positional </a:t>
            </a:r>
          </a:p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Encoding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33FBA2F-F0C6-88D8-38A7-7F15A9965151}"/>
              </a:ext>
            </a:extLst>
          </p:cNvPr>
          <p:cNvCxnSpPr>
            <a:cxnSpLocks/>
          </p:cNvCxnSpPr>
          <p:nvPr/>
        </p:nvCxnSpPr>
        <p:spPr>
          <a:xfrm flipH="1">
            <a:off x="2464590" y="3209345"/>
            <a:ext cx="1706146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634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70FD5E-E2CB-2AF9-E2C7-0853C823A3C6}"/>
              </a:ext>
            </a:extLst>
          </p:cNvPr>
          <p:cNvSpPr/>
          <p:nvPr/>
        </p:nvSpPr>
        <p:spPr>
          <a:xfrm>
            <a:off x="0" y="701954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0A120C-434F-2B96-0B85-C387D02EACF9}"/>
              </a:ext>
            </a:extLst>
          </p:cNvPr>
          <p:cNvSpPr/>
          <p:nvPr/>
        </p:nvSpPr>
        <p:spPr>
          <a:xfrm>
            <a:off x="152400" y="854354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0960D8-78E4-B6E7-960F-D0E704D34D84}"/>
              </a:ext>
            </a:extLst>
          </p:cNvPr>
          <p:cNvSpPr/>
          <p:nvPr/>
        </p:nvSpPr>
        <p:spPr>
          <a:xfrm>
            <a:off x="304800" y="1006754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F55483-A53B-2397-AACB-89841B13ED39}"/>
              </a:ext>
            </a:extLst>
          </p:cNvPr>
          <p:cNvSpPr/>
          <p:nvPr/>
        </p:nvSpPr>
        <p:spPr>
          <a:xfrm>
            <a:off x="152400" y="854354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82009EB-5B9C-2184-1A43-BA04B8F927A8}"/>
              </a:ext>
            </a:extLst>
          </p:cNvPr>
          <p:cNvSpPr/>
          <p:nvPr/>
        </p:nvSpPr>
        <p:spPr>
          <a:xfrm>
            <a:off x="304800" y="1006754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DB9B4B-F6AC-D4FE-764F-F0178E5E8D52}"/>
              </a:ext>
            </a:extLst>
          </p:cNvPr>
          <p:cNvSpPr/>
          <p:nvPr/>
        </p:nvSpPr>
        <p:spPr>
          <a:xfrm>
            <a:off x="402727" y="1206809"/>
            <a:ext cx="11789273" cy="464185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90C98-2D74-0635-9089-D7B2EE0810CB}"/>
              </a:ext>
            </a:extLst>
          </p:cNvPr>
          <p:cNvSpPr txBox="1"/>
          <p:nvPr/>
        </p:nvSpPr>
        <p:spPr>
          <a:xfrm>
            <a:off x="5015585" y="1192789"/>
            <a:ext cx="2711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Encoder Layer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AC882352-EBE6-81D0-6CFA-3019534AEA91}"/>
              </a:ext>
            </a:extLst>
          </p:cNvPr>
          <p:cNvSpPr/>
          <p:nvPr/>
        </p:nvSpPr>
        <p:spPr>
          <a:xfrm>
            <a:off x="906080" y="2319703"/>
            <a:ext cx="107943" cy="1969426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5E64AD-9ECE-09A9-1281-10A02EDA176E}"/>
              </a:ext>
            </a:extLst>
          </p:cNvPr>
          <p:cNvSpPr txBox="1"/>
          <p:nvPr/>
        </p:nvSpPr>
        <p:spPr>
          <a:xfrm>
            <a:off x="981075" y="2448173"/>
            <a:ext cx="34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181652-6B9D-415A-6EFD-332E81819E3C}"/>
              </a:ext>
            </a:extLst>
          </p:cNvPr>
          <p:cNvSpPr txBox="1"/>
          <p:nvPr/>
        </p:nvSpPr>
        <p:spPr>
          <a:xfrm>
            <a:off x="980274" y="3127624"/>
            <a:ext cx="345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86F299-D9F1-5B9D-BB16-C96CF577AD84}"/>
              </a:ext>
            </a:extLst>
          </p:cNvPr>
          <p:cNvSpPr txBox="1"/>
          <p:nvPr/>
        </p:nvSpPr>
        <p:spPr>
          <a:xfrm>
            <a:off x="981075" y="3807075"/>
            <a:ext cx="34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82FCB86-A52B-2441-AA4D-E1B6A1595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15881"/>
              </p:ext>
            </p:extLst>
          </p:nvPr>
        </p:nvGraphicFramePr>
        <p:xfrm>
          <a:off x="1476839" y="2435472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DF648A5-EFA5-8FE0-950C-32574FB7E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62786"/>
              </p:ext>
            </p:extLst>
          </p:nvPr>
        </p:nvGraphicFramePr>
        <p:xfrm>
          <a:off x="1468685" y="3104869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BC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BF3F57B-F689-7105-6BCD-98E944C72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15370"/>
              </p:ext>
            </p:extLst>
          </p:nvPr>
        </p:nvGraphicFramePr>
        <p:xfrm>
          <a:off x="1468685" y="3824250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sp>
        <p:nvSpPr>
          <p:cNvPr id="34" name="Right Brace 33">
            <a:extLst>
              <a:ext uri="{FF2B5EF4-FFF2-40B4-BE49-F238E27FC236}">
                <a16:creationId xmlns:a16="http://schemas.microsoft.com/office/drawing/2014/main" id="{29DBF8F4-4845-00C8-1B2B-D78ADEC0EC73}"/>
              </a:ext>
            </a:extLst>
          </p:cNvPr>
          <p:cNvSpPr/>
          <p:nvPr/>
        </p:nvSpPr>
        <p:spPr>
          <a:xfrm>
            <a:off x="2588843" y="2499004"/>
            <a:ext cx="154788" cy="9144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9D1847D-FCA3-3222-A71C-E08E9F53E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792904"/>
              </p:ext>
            </p:extLst>
          </p:nvPr>
        </p:nvGraphicFramePr>
        <p:xfrm>
          <a:off x="3176393" y="1886832"/>
          <a:ext cx="172072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F64C45-D34A-078C-828E-6139B42D1871}"/>
                  </a:ext>
                </a:extLst>
              </p:cNvPr>
              <p:cNvSpPr txBox="1"/>
              <p:nvPr/>
            </p:nvSpPr>
            <p:spPr>
              <a:xfrm>
                <a:off x="2666568" y="3968382"/>
                <a:ext cx="2119476" cy="1085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4F64C45-D34A-078C-828E-6139B42D1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568" y="3968382"/>
                <a:ext cx="2119476" cy="1085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65C128D-4DCF-A59E-E716-441578EA2D2D}"/>
              </a:ext>
            </a:extLst>
          </p:cNvPr>
          <p:cNvCxnSpPr>
            <a:cxnSpLocks/>
          </p:cNvCxnSpPr>
          <p:nvPr/>
        </p:nvCxnSpPr>
        <p:spPr>
          <a:xfrm>
            <a:off x="1919303" y="4190010"/>
            <a:ext cx="0" cy="863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63652B0-3ECB-AD26-2AFC-ACFC89E83F3C}"/>
              </a:ext>
            </a:extLst>
          </p:cNvPr>
          <p:cNvCxnSpPr>
            <a:cxnSpLocks/>
          </p:cNvCxnSpPr>
          <p:nvPr/>
        </p:nvCxnSpPr>
        <p:spPr>
          <a:xfrm>
            <a:off x="1919303" y="5053615"/>
            <a:ext cx="34602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E5484CC-AC23-F488-EF17-22A3909A7E44}"/>
              </a:ext>
            </a:extLst>
          </p:cNvPr>
          <p:cNvCxnSpPr>
            <a:cxnSpLocks/>
          </p:cNvCxnSpPr>
          <p:nvPr/>
        </p:nvCxnSpPr>
        <p:spPr>
          <a:xfrm flipV="1">
            <a:off x="5407025" y="3127624"/>
            <a:ext cx="0" cy="1925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lowchart: Or 69">
            <a:extLst>
              <a:ext uri="{FF2B5EF4-FFF2-40B4-BE49-F238E27FC236}">
                <a16:creationId xmlns:a16="http://schemas.microsoft.com/office/drawing/2014/main" id="{807B8F89-9DC5-8570-55D1-10CD6FE18373}"/>
              </a:ext>
            </a:extLst>
          </p:cNvPr>
          <p:cNvSpPr/>
          <p:nvPr/>
        </p:nvSpPr>
        <p:spPr>
          <a:xfrm rot="2667844">
            <a:off x="5225799" y="2778924"/>
            <a:ext cx="361353" cy="361336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06F39D9-D006-6FE1-FD54-CC9F60394CFC}"/>
              </a:ext>
            </a:extLst>
          </p:cNvPr>
          <p:cNvCxnSpPr>
            <a:cxnSpLocks/>
            <a:endCxn id="70" idx="3"/>
          </p:cNvCxnSpPr>
          <p:nvPr/>
        </p:nvCxnSpPr>
        <p:spPr>
          <a:xfrm flipV="1">
            <a:off x="4840758" y="2961278"/>
            <a:ext cx="385053" cy="2674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851D15A-C441-0727-272E-C1F12D73C980}"/>
              </a:ext>
            </a:extLst>
          </p:cNvPr>
          <p:cNvSpPr/>
          <p:nvPr/>
        </p:nvSpPr>
        <p:spPr>
          <a:xfrm>
            <a:off x="5791088" y="2141872"/>
            <a:ext cx="1194352" cy="2200220"/>
          </a:xfrm>
          <a:prstGeom prst="roundRect">
            <a:avLst/>
          </a:prstGeom>
          <a:solidFill>
            <a:srgbClr val="FAFAF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3160399-EC7D-3A6E-FAFE-F974B2C8C7FF}"/>
              </a:ext>
            </a:extLst>
          </p:cNvPr>
          <p:cNvCxnSpPr>
            <a:cxnSpLocks/>
          </p:cNvCxnSpPr>
          <p:nvPr/>
        </p:nvCxnSpPr>
        <p:spPr>
          <a:xfrm>
            <a:off x="5588079" y="2961336"/>
            <a:ext cx="194864" cy="2037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Flowchart: Or 76">
            <a:extLst>
              <a:ext uri="{FF2B5EF4-FFF2-40B4-BE49-F238E27FC236}">
                <a16:creationId xmlns:a16="http://schemas.microsoft.com/office/drawing/2014/main" id="{A7E233DC-02F6-F961-8BEF-8040994939FA}"/>
              </a:ext>
            </a:extLst>
          </p:cNvPr>
          <p:cNvSpPr/>
          <p:nvPr/>
        </p:nvSpPr>
        <p:spPr>
          <a:xfrm rot="5400000">
            <a:off x="6208597" y="2708601"/>
            <a:ext cx="362895" cy="359801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C7B11E9-21A6-88B6-8439-64ED8167F39F}"/>
              </a:ext>
            </a:extLst>
          </p:cNvPr>
          <p:cNvCxnSpPr>
            <a:cxnSpLocks/>
          </p:cNvCxnSpPr>
          <p:nvPr/>
        </p:nvCxnSpPr>
        <p:spPr>
          <a:xfrm flipV="1">
            <a:off x="6390811" y="3069949"/>
            <a:ext cx="0" cy="39682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270E876-48F1-2658-5EB8-9B71714ADFFC}"/>
              </a:ext>
            </a:extLst>
          </p:cNvPr>
          <p:cNvSpPr txBox="1"/>
          <p:nvPr/>
        </p:nvSpPr>
        <p:spPr>
          <a:xfrm>
            <a:off x="5852071" y="3400062"/>
            <a:ext cx="1050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Dropout</a:t>
            </a:r>
          </a:p>
          <a:p>
            <a:pPr algn="ctr"/>
            <a:r>
              <a:rPr lang="en-US" sz="1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+  </a:t>
            </a:r>
          </a:p>
          <a:p>
            <a:pPr algn="ctr"/>
            <a:r>
              <a:rPr lang="en-US" sz="1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Residual </a:t>
            </a:r>
          </a:p>
          <a:p>
            <a:pPr algn="ctr"/>
            <a:r>
              <a:rPr lang="en-US" sz="1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Connection</a:t>
            </a:r>
            <a:endParaRPr lang="en-GB" sz="1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71C7231-BF38-ADDC-EA9E-9475181C4663}"/>
              </a:ext>
            </a:extLst>
          </p:cNvPr>
          <p:cNvSpPr txBox="1"/>
          <p:nvPr/>
        </p:nvSpPr>
        <p:spPr>
          <a:xfrm>
            <a:off x="5779910" y="2319703"/>
            <a:ext cx="1194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Layer Norm</a:t>
            </a:r>
            <a:endParaRPr lang="en-GB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B0702C-C83B-40B0-3863-326AD7055BB4}"/>
              </a:ext>
            </a:extLst>
          </p:cNvPr>
          <p:cNvSpPr txBox="1"/>
          <p:nvPr/>
        </p:nvSpPr>
        <p:spPr>
          <a:xfrm>
            <a:off x="2044859" y="5188741"/>
            <a:ext cx="309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Multi-Head Attention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1160B9B1-70E4-513A-3150-37531DB75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80496"/>
              </p:ext>
            </p:extLst>
          </p:nvPr>
        </p:nvGraphicFramePr>
        <p:xfrm>
          <a:off x="3076437" y="1970366"/>
          <a:ext cx="172072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9C2BFACA-18A3-4DA8-7A47-F7CF2EE5C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608077"/>
              </p:ext>
            </p:extLst>
          </p:nvPr>
        </p:nvGraphicFramePr>
        <p:xfrm>
          <a:off x="2960293" y="2080376"/>
          <a:ext cx="1720725" cy="1828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86B12AC9-EFA3-62EC-BE87-60DFE8F31394}"/>
              </a:ext>
            </a:extLst>
          </p:cNvPr>
          <p:cNvSpPr/>
          <p:nvPr/>
        </p:nvSpPr>
        <p:spPr>
          <a:xfrm>
            <a:off x="7171202" y="1734448"/>
            <a:ext cx="2656293" cy="4012831"/>
          </a:xfrm>
          <a:prstGeom prst="roundRect">
            <a:avLst/>
          </a:prstGeom>
          <a:solidFill>
            <a:srgbClr val="E2E5F6"/>
          </a:solidFill>
          <a:ln w="28575" cmpd="sng">
            <a:solidFill>
              <a:srgbClr val="BBB9D7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454F386-F570-597B-7C83-A02A04C35CCE}"/>
              </a:ext>
            </a:extLst>
          </p:cNvPr>
          <p:cNvCxnSpPr>
            <a:cxnSpLocks/>
          </p:cNvCxnSpPr>
          <p:nvPr/>
        </p:nvCxnSpPr>
        <p:spPr>
          <a:xfrm>
            <a:off x="6990536" y="2956204"/>
            <a:ext cx="428787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310E7E59-0837-C3B1-F411-69D00F0A35C6}"/>
              </a:ext>
            </a:extLst>
          </p:cNvPr>
          <p:cNvSpPr/>
          <p:nvPr/>
        </p:nvSpPr>
        <p:spPr>
          <a:xfrm rot="5400000">
            <a:off x="6732779" y="2749434"/>
            <a:ext cx="1923641" cy="546891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75F987C0-3FC0-A14E-4317-9EE9DB3758B0}"/>
              </a:ext>
            </a:extLst>
          </p:cNvPr>
          <p:cNvSpPr/>
          <p:nvPr/>
        </p:nvSpPr>
        <p:spPr>
          <a:xfrm rot="5400000">
            <a:off x="7556011" y="2749434"/>
            <a:ext cx="1923641" cy="546891"/>
          </a:xfrm>
          <a:prstGeom prst="roundRect">
            <a:avLst/>
          </a:prstGeom>
          <a:solidFill>
            <a:srgbClr val="DBDAD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8188900-C1F5-A9BD-F29B-32115BB21C74}"/>
              </a:ext>
            </a:extLst>
          </p:cNvPr>
          <p:cNvSpPr/>
          <p:nvPr/>
        </p:nvSpPr>
        <p:spPr>
          <a:xfrm rot="5400000">
            <a:off x="8379242" y="2749435"/>
            <a:ext cx="1923641" cy="546891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AF837DC-4E8A-E2E2-B2D2-E9B2A7D1E1DA}"/>
              </a:ext>
            </a:extLst>
          </p:cNvPr>
          <p:cNvCxnSpPr>
            <a:cxnSpLocks/>
          </p:cNvCxnSpPr>
          <p:nvPr/>
        </p:nvCxnSpPr>
        <p:spPr>
          <a:xfrm>
            <a:off x="7978532" y="2956204"/>
            <a:ext cx="26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7ACD388-49C1-369F-6C61-C03A5473EAE6}"/>
              </a:ext>
            </a:extLst>
          </p:cNvPr>
          <p:cNvCxnSpPr>
            <a:cxnSpLocks/>
          </p:cNvCxnSpPr>
          <p:nvPr/>
        </p:nvCxnSpPr>
        <p:spPr>
          <a:xfrm>
            <a:off x="8801763" y="2962694"/>
            <a:ext cx="26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Right Brace 106">
            <a:extLst>
              <a:ext uri="{FF2B5EF4-FFF2-40B4-BE49-F238E27FC236}">
                <a16:creationId xmlns:a16="http://schemas.microsoft.com/office/drawing/2014/main" id="{80625D1B-2393-6857-0B6B-913195213B78}"/>
              </a:ext>
            </a:extLst>
          </p:cNvPr>
          <p:cNvSpPr/>
          <p:nvPr/>
        </p:nvSpPr>
        <p:spPr>
          <a:xfrm rot="5400000">
            <a:off x="7610462" y="3984508"/>
            <a:ext cx="168274" cy="546893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9" name="Right Brace 108">
            <a:extLst>
              <a:ext uri="{FF2B5EF4-FFF2-40B4-BE49-F238E27FC236}">
                <a16:creationId xmlns:a16="http://schemas.microsoft.com/office/drawing/2014/main" id="{FE443508-7E08-54B9-C515-AC79D6657C5B}"/>
              </a:ext>
            </a:extLst>
          </p:cNvPr>
          <p:cNvSpPr/>
          <p:nvPr/>
        </p:nvSpPr>
        <p:spPr>
          <a:xfrm rot="5400000">
            <a:off x="9270447" y="3995446"/>
            <a:ext cx="168274" cy="546893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A07ABF3-2F08-C323-B475-D63D44455EC1}"/>
              </a:ext>
            </a:extLst>
          </p:cNvPr>
          <p:cNvSpPr txBox="1"/>
          <p:nvPr/>
        </p:nvSpPr>
        <p:spPr>
          <a:xfrm>
            <a:off x="7334345" y="4372870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d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X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A427791-D275-E083-5179-2D957738E626}"/>
              </a:ext>
            </a:extLst>
          </p:cNvPr>
          <p:cNvCxnSpPr>
            <a:cxnSpLocks/>
          </p:cNvCxnSpPr>
          <p:nvPr/>
        </p:nvCxnSpPr>
        <p:spPr>
          <a:xfrm>
            <a:off x="9630362" y="2979584"/>
            <a:ext cx="504000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8CCCAEC3-A59F-C214-CCD1-9F7ADD25ED36}"/>
              </a:ext>
            </a:extLst>
          </p:cNvPr>
          <p:cNvSpPr txBox="1"/>
          <p:nvPr/>
        </p:nvSpPr>
        <p:spPr>
          <a:xfrm>
            <a:off x="6954862" y="5114826"/>
            <a:ext cx="309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Feed-Forward Network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66720A3-4956-E362-4B65-9B07FE2545C6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782832" y="3304416"/>
            <a:ext cx="123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13115B8-173F-257B-06B6-E5C6915ECEBB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11246906" y="2986784"/>
            <a:ext cx="62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37437B0-DC64-8239-6186-B1B4D82DD9F9}"/>
              </a:ext>
            </a:extLst>
          </p:cNvPr>
          <p:cNvSpPr txBox="1"/>
          <p:nvPr/>
        </p:nvSpPr>
        <p:spPr>
          <a:xfrm>
            <a:off x="11260699" y="5114826"/>
            <a:ext cx="596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xN</a:t>
            </a:r>
            <a:endParaRPr lang="en-GB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6C6511AE-6A78-1D3E-E65D-25E48902C469}"/>
              </a:ext>
            </a:extLst>
          </p:cNvPr>
          <p:cNvSpPr/>
          <p:nvPr/>
        </p:nvSpPr>
        <p:spPr>
          <a:xfrm rot="13315776">
            <a:off x="2911680" y="1648097"/>
            <a:ext cx="167559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82717-4BD4-F927-E22C-2F112BF64333}"/>
              </a:ext>
            </a:extLst>
          </p:cNvPr>
          <p:cNvSpPr txBox="1"/>
          <p:nvPr/>
        </p:nvSpPr>
        <p:spPr>
          <a:xfrm rot="18753781">
            <a:off x="2502660" y="1503336"/>
            <a:ext cx="575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xH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8B922511-B12A-4A73-BB84-06DF12CD3965}"/>
              </a:ext>
            </a:extLst>
          </p:cNvPr>
          <p:cNvSpPr/>
          <p:nvPr/>
        </p:nvSpPr>
        <p:spPr>
          <a:xfrm>
            <a:off x="680559" y="3254402"/>
            <a:ext cx="113640" cy="1000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A982D7EC-289D-F2FC-F2DD-F0BB74ABFF26}"/>
              </a:ext>
            </a:extLst>
          </p:cNvPr>
          <p:cNvSpPr/>
          <p:nvPr/>
        </p:nvSpPr>
        <p:spPr>
          <a:xfrm>
            <a:off x="11871629" y="2936770"/>
            <a:ext cx="113640" cy="10002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C3ACF-F870-15D7-7EBC-DAA563600C6F}"/>
              </a:ext>
            </a:extLst>
          </p:cNvPr>
          <p:cNvSpPr txBox="1"/>
          <p:nvPr/>
        </p:nvSpPr>
        <p:spPr>
          <a:xfrm>
            <a:off x="8994330" y="4372870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X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d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B4A2127-1FD0-63FC-6B93-BFD10EB9417E}"/>
              </a:ext>
            </a:extLst>
          </p:cNvPr>
          <p:cNvSpPr/>
          <p:nvPr/>
        </p:nvSpPr>
        <p:spPr>
          <a:xfrm>
            <a:off x="4960631" y="6026490"/>
            <a:ext cx="988072" cy="817335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C90BC43-C970-8AF4-7B61-9841A2BC4541}"/>
              </a:ext>
            </a:extLst>
          </p:cNvPr>
          <p:cNvSpPr/>
          <p:nvPr/>
        </p:nvSpPr>
        <p:spPr>
          <a:xfrm>
            <a:off x="10139670" y="2152810"/>
            <a:ext cx="1194352" cy="2200220"/>
          </a:xfrm>
          <a:prstGeom prst="roundRect">
            <a:avLst/>
          </a:prstGeom>
          <a:solidFill>
            <a:srgbClr val="FAFAF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21" name="Flowchart: Or 20">
            <a:extLst>
              <a:ext uri="{FF2B5EF4-FFF2-40B4-BE49-F238E27FC236}">
                <a16:creationId xmlns:a16="http://schemas.microsoft.com/office/drawing/2014/main" id="{EC570E8B-E5AA-2D91-62F6-79D0F99BE892}"/>
              </a:ext>
            </a:extLst>
          </p:cNvPr>
          <p:cNvSpPr/>
          <p:nvPr/>
        </p:nvSpPr>
        <p:spPr>
          <a:xfrm rot="5400000">
            <a:off x="10557976" y="2729021"/>
            <a:ext cx="362895" cy="359801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BC60E6-E75D-2ACF-72FB-34EC70BDAF26}"/>
              </a:ext>
            </a:extLst>
          </p:cNvPr>
          <p:cNvCxnSpPr>
            <a:cxnSpLocks/>
          </p:cNvCxnSpPr>
          <p:nvPr/>
        </p:nvCxnSpPr>
        <p:spPr>
          <a:xfrm flipV="1">
            <a:off x="10740190" y="3090369"/>
            <a:ext cx="0" cy="39682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3B2C5D7-AFC8-39B3-05D3-3BACA4F46B6A}"/>
              </a:ext>
            </a:extLst>
          </p:cNvPr>
          <p:cNvSpPr txBox="1"/>
          <p:nvPr/>
        </p:nvSpPr>
        <p:spPr>
          <a:xfrm>
            <a:off x="10201450" y="3420482"/>
            <a:ext cx="1050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Dropout</a:t>
            </a:r>
          </a:p>
          <a:p>
            <a:pPr algn="ctr"/>
            <a:r>
              <a:rPr lang="en-US" sz="1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+  </a:t>
            </a:r>
          </a:p>
          <a:p>
            <a:pPr algn="ctr"/>
            <a:r>
              <a:rPr lang="en-US" sz="1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Residual </a:t>
            </a:r>
          </a:p>
          <a:p>
            <a:pPr algn="ctr"/>
            <a:r>
              <a:rPr lang="en-US" sz="1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Connection</a:t>
            </a:r>
            <a:endParaRPr lang="en-GB" sz="1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6CBB14-0C56-83DF-1AA1-6A6D08848ED1}"/>
              </a:ext>
            </a:extLst>
          </p:cNvPr>
          <p:cNvSpPr txBox="1"/>
          <p:nvPr/>
        </p:nvSpPr>
        <p:spPr>
          <a:xfrm>
            <a:off x="10129289" y="2340123"/>
            <a:ext cx="1194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Layer Norm</a:t>
            </a:r>
            <a:endParaRPr lang="en-GB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56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9BF54-970B-EEBF-1A2F-AEFCF95D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857EDD5-9BBB-48C1-A8FB-C3BABA5CDACD}"/>
              </a:ext>
            </a:extLst>
          </p:cNvPr>
          <p:cNvSpPr/>
          <p:nvPr/>
        </p:nvSpPr>
        <p:spPr>
          <a:xfrm>
            <a:off x="306888" y="1102289"/>
            <a:ext cx="11016498" cy="4653421"/>
          </a:xfrm>
          <a:prstGeom prst="roundRect">
            <a:avLst/>
          </a:prstGeom>
          <a:solidFill>
            <a:srgbClr val="FDF7FF"/>
          </a:solidFill>
          <a:ln w="25400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7757A-1176-5C6D-0916-48299C549565}"/>
              </a:ext>
            </a:extLst>
          </p:cNvPr>
          <p:cNvSpPr txBox="1"/>
          <p:nvPr/>
        </p:nvSpPr>
        <p:spPr>
          <a:xfrm>
            <a:off x="1057539" y="1726684"/>
            <a:ext cx="149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Mean Pooling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4F38ED29-3EE7-3BC6-7424-4E40B2B25373}"/>
              </a:ext>
            </a:extLst>
          </p:cNvPr>
          <p:cNvSpPr/>
          <p:nvPr/>
        </p:nvSpPr>
        <p:spPr>
          <a:xfrm>
            <a:off x="2922651" y="2216777"/>
            <a:ext cx="300770" cy="211777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50635140-6150-7AB3-2FF7-AE8C72BC69EB}"/>
              </a:ext>
            </a:extLst>
          </p:cNvPr>
          <p:cNvSpPr/>
          <p:nvPr/>
        </p:nvSpPr>
        <p:spPr>
          <a:xfrm rot="5400000">
            <a:off x="4031410" y="4073062"/>
            <a:ext cx="194567" cy="554098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C947D6-AB01-C608-2E28-680824DC716A}"/>
              </a:ext>
            </a:extLst>
          </p:cNvPr>
          <p:cNvSpPr txBox="1"/>
          <p:nvPr/>
        </p:nvSpPr>
        <p:spPr>
          <a:xfrm>
            <a:off x="3789497" y="4463823"/>
            <a:ext cx="678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1 x d</a:t>
            </a:r>
            <a:endParaRPr lang="en-GB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479A632-6424-D0BF-CA83-F4D2DF9FC294}"/>
              </a:ext>
            </a:extLst>
          </p:cNvPr>
          <p:cNvSpPr/>
          <p:nvPr/>
        </p:nvSpPr>
        <p:spPr>
          <a:xfrm>
            <a:off x="8107870" y="2815272"/>
            <a:ext cx="2853489" cy="891007"/>
          </a:xfrm>
          <a:prstGeom prst="roundRect">
            <a:avLst/>
          </a:prstGeom>
          <a:solidFill>
            <a:srgbClr val="FFF2F1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Predicted SS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CCCCC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EEEHHH</a:t>
            </a:r>
            <a:r>
              <a:rPr lang="en-US" sz="20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GB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86D1BE2-1C33-476E-2109-102E6F39E101}"/>
                  </a:ext>
                </a:extLst>
              </p:cNvPr>
              <p:cNvSpPr/>
              <p:nvPr/>
            </p:nvSpPr>
            <p:spPr>
              <a:xfrm>
                <a:off x="868614" y="2290854"/>
                <a:ext cx="1827236" cy="355461"/>
              </a:xfrm>
              <a:prstGeom prst="roundRect">
                <a:avLst/>
              </a:prstGeom>
              <a:solidFill>
                <a:srgbClr val="AEBCE1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86D1BE2-1C33-476E-2109-102E6F39E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14" y="2290854"/>
                <a:ext cx="1827236" cy="3554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>
            <a:extLst>
              <a:ext uri="{FF2B5EF4-FFF2-40B4-BE49-F238E27FC236}">
                <a16:creationId xmlns:a16="http://schemas.microsoft.com/office/drawing/2014/main" id="{BD770260-6759-9880-68CE-C0AA007A7CFB}"/>
              </a:ext>
            </a:extLst>
          </p:cNvPr>
          <p:cNvSpPr/>
          <p:nvPr/>
        </p:nvSpPr>
        <p:spPr>
          <a:xfrm rot="5400000">
            <a:off x="1687612" y="3835917"/>
            <a:ext cx="188954" cy="1028389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0ED63F-451F-3940-41DC-1368544D9D48}"/>
              </a:ext>
            </a:extLst>
          </p:cNvPr>
          <p:cNvSpPr txBox="1"/>
          <p:nvPr/>
        </p:nvSpPr>
        <p:spPr>
          <a:xfrm>
            <a:off x="1433275" y="4463823"/>
            <a:ext cx="678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 x d</a:t>
            </a:r>
            <a:endParaRPr lang="en-US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5A653D1-3779-D264-737E-CBFE8E62411B}"/>
                  </a:ext>
                </a:extLst>
              </p:cNvPr>
              <p:cNvSpPr/>
              <p:nvPr/>
            </p:nvSpPr>
            <p:spPr>
              <a:xfrm>
                <a:off x="868614" y="2729056"/>
                <a:ext cx="1827236" cy="355461"/>
              </a:xfrm>
              <a:prstGeom prst="roundRect">
                <a:avLst/>
              </a:prstGeom>
              <a:solidFill>
                <a:srgbClr val="E2ECD5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E5A653D1-3779-D264-737E-CBFE8E624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14" y="2729056"/>
                <a:ext cx="1827236" cy="35546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6EA6B35-B2FB-55BA-5E83-0BA5C00D5678}"/>
                  </a:ext>
                </a:extLst>
              </p:cNvPr>
              <p:cNvSpPr/>
              <p:nvPr/>
            </p:nvSpPr>
            <p:spPr>
              <a:xfrm>
                <a:off x="868614" y="3788128"/>
                <a:ext cx="1827236" cy="355461"/>
              </a:xfrm>
              <a:prstGeom prst="roundRect">
                <a:avLst/>
              </a:prstGeom>
              <a:solidFill>
                <a:srgbClr val="E4BBC7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GB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6EA6B35-B2FB-55BA-5E83-0BA5C00D56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14" y="3788128"/>
                <a:ext cx="1827236" cy="35546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E5AD24E-8393-FA04-3B7E-4F4B4C1AACCE}"/>
              </a:ext>
            </a:extLst>
          </p:cNvPr>
          <p:cNvSpPr txBox="1"/>
          <p:nvPr/>
        </p:nvSpPr>
        <p:spPr>
          <a:xfrm>
            <a:off x="868614" y="3223958"/>
            <a:ext cx="182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  <a:endParaRPr lang="en-CY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FA8810-6539-2617-07E9-8785F9A0C5C9}"/>
              </a:ext>
            </a:extLst>
          </p:cNvPr>
          <p:cNvSpPr/>
          <p:nvPr/>
        </p:nvSpPr>
        <p:spPr>
          <a:xfrm>
            <a:off x="5067821" y="1515649"/>
            <a:ext cx="2656293" cy="3713967"/>
          </a:xfrm>
          <a:prstGeom prst="roundRect">
            <a:avLst/>
          </a:prstGeom>
          <a:solidFill>
            <a:srgbClr val="E2E5F6"/>
          </a:solidFill>
          <a:ln w="28575" cmpd="sng">
            <a:solidFill>
              <a:srgbClr val="BBB9D7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9020D1-9F3A-25EA-00C7-5D54EBF9A44E}"/>
              </a:ext>
            </a:extLst>
          </p:cNvPr>
          <p:cNvSpPr/>
          <p:nvPr/>
        </p:nvSpPr>
        <p:spPr>
          <a:xfrm rot="5400000">
            <a:off x="4650873" y="2947334"/>
            <a:ext cx="1923641" cy="546891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A541CA0-9F89-B723-FC52-0E79C1DC2E45}"/>
              </a:ext>
            </a:extLst>
          </p:cNvPr>
          <p:cNvSpPr/>
          <p:nvPr/>
        </p:nvSpPr>
        <p:spPr>
          <a:xfrm rot="5400000">
            <a:off x="5474105" y="2947334"/>
            <a:ext cx="1923641" cy="546891"/>
          </a:xfrm>
          <a:prstGeom prst="roundRect">
            <a:avLst/>
          </a:prstGeom>
          <a:solidFill>
            <a:srgbClr val="DBDAD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GELU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40E76E9-A961-7C89-4881-621F987827BD}"/>
              </a:ext>
            </a:extLst>
          </p:cNvPr>
          <p:cNvSpPr/>
          <p:nvPr/>
        </p:nvSpPr>
        <p:spPr>
          <a:xfrm rot="5400000">
            <a:off x="6297336" y="2947335"/>
            <a:ext cx="1923641" cy="546891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ED0BE1E0-B9CC-3DDA-CB09-C6FF929B75F2}"/>
              </a:ext>
            </a:extLst>
          </p:cNvPr>
          <p:cNvSpPr/>
          <p:nvPr/>
        </p:nvSpPr>
        <p:spPr>
          <a:xfrm rot="5400000">
            <a:off x="5528556" y="4182408"/>
            <a:ext cx="168274" cy="546893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42D5415F-E39E-8A03-B3AB-8CADBDAA6DF2}"/>
              </a:ext>
            </a:extLst>
          </p:cNvPr>
          <p:cNvSpPr/>
          <p:nvPr/>
        </p:nvSpPr>
        <p:spPr>
          <a:xfrm rot="5400000">
            <a:off x="7188541" y="4193346"/>
            <a:ext cx="168274" cy="546893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A6F834-9CF4-567F-43DA-7B14DF77479E}"/>
              </a:ext>
            </a:extLst>
          </p:cNvPr>
          <p:cNvSpPr txBox="1"/>
          <p:nvPr/>
        </p:nvSpPr>
        <p:spPr>
          <a:xfrm>
            <a:off x="5252439" y="4570770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d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Y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9C709C-1AF8-4C58-BB84-43B9A056DD37}"/>
              </a:ext>
            </a:extLst>
          </p:cNvPr>
          <p:cNvSpPr txBox="1"/>
          <p:nvPr/>
        </p:nvSpPr>
        <p:spPr>
          <a:xfrm>
            <a:off x="4867989" y="1726684"/>
            <a:ext cx="309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Cambria Math" panose="02040503050406030204" pitchFamily="18" charset="0"/>
                <a:ea typeface="Cambria Math" panose="02040503050406030204" pitchFamily="18" charset="0"/>
              </a:rPr>
              <a:t>Final MLP Head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4FB757-3777-C81D-9510-82F0151BDC6C}"/>
              </a:ext>
            </a:extLst>
          </p:cNvPr>
          <p:cNvSpPr txBox="1"/>
          <p:nvPr/>
        </p:nvSpPr>
        <p:spPr>
          <a:xfrm>
            <a:off x="6912424" y="4570770"/>
            <a:ext cx="720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Y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C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2350B7D-1FAD-5EC5-A0A1-5BB95F06EA38}"/>
              </a:ext>
            </a:extLst>
          </p:cNvPr>
          <p:cNvCxnSpPr>
            <a:cxnSpLocks/>
          </p:cNvCxnSpPr>
          <p:nvPr/>
        </p:nvCxnSpPr>
        <p:spPr>
          <a:xfrm>
            <a:off x="5897757" y="3266454"/>
            <a:ext cx="26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A87CC5-9A8A-967B-CC53-B841F66053AF}"/>
              </a:ext>
            </a:extLst>
          </p:cNvPr>
          <p:cNvCxnSpPr>
            <a:cxnSpLocks/>
          </p:cNvCxnSpPr>
          <p:nvPr/>
        </p:nvCxnSpPr>
        <p:spPr>
          <a:xfrm>
            <a:off x="6720988" y="3262786"/>
            <a:ext cx="264723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6C8E7C-B72A-D14E-758E-4C315C10EC5D}"/>
              </a:ext>
            </a:extLst>
          </p:cNvPr>
          <p:cNvCxnSpPr>
            <a:cxnSpLocks/>
          </p:cNvCxnSpPr>
          <p:nvPr/>
        </p:nvCxnSpPr>
        <p:spPr>
          <a:xfrm>
            <a:off x="4386762" y="3266454"/>
            <a:ext cx="931009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56F230B-8DA5-CAFF-4017-4C37CC6FFE8F}"/>
              </a:ext>
            </a:extLst>
          </p:cNvPr>
          <p:cNvCxnSpPr>
            <a:cxnSpLocks/>
          </p:cNvCxnSpPr>
          <p:nvPr/>
        </p:nvCxnSpPr>
        <p:spPr>
          <a:xfrm flipV="1">
            <a:off x="7531870" y="3260776"/>
            <a:ext cx="576000" cy="201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26A218-9C38-965A-0DE5-020DF07D9ABF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3223421" y="3275663"/>
            <a:ext cx="642895" cy="0"/>
          </a:xfrm>
          <a:prstGeom prst="straightConnector1">
            <a:avLst/>
          </a:prstGeom>
          <a:ln w="22225">
            <a:tailEnd type="triangle" w="med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3AEF09-2258-E37A-7E08-F01B89FB2BCA}"/>
              </a:ext>
            </a:extLst>
          </p:cNvPr>
          <p:cNvSpPr/>
          <p:nvPr/>
        </p:nvSpPr>
        <p:spPr>
          <a:xfrm rot="5400000">
            <a:off x="3164933" y="2942162"/>
            <a:ext cx="1913605" cy="547200"/>
          </a:xfrm>
          <a:prstGeom prst="roundRect">
            <a:avLst/>
          </a:prstGeom>
          <a:solidFill>
            <a:srgbClr val="E2ECD5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Mean</a:t>
            </a:r>
            <a:endParaRPr lang="en-GB" sz="2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992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74DD1-6F71-DCE1-3D8A-D35D60464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1495E0-AC7B-0A40-6893-82A8A0CBFEBE}"/>
              </a:ext>
            </a:extLst>
          </p:cNvPr>
          <p:cNvSpPr/>
          <p:nvPr/>
        </p:nvSpPr>
        <p:spPr>
          <a:xfrm>
            <a:off x="9172059" y="735469"/>
            <a:ext cx="2880000" cy="900000"/>
          </a:xfrm>
          <a:prstGeom prst="roundRect">
            <a:avLst/>
          </a:prstGeom>
          <a:solidFill>
            <a:srgbClr val="FFF2F1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AA Sequence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NGNF</a:t>
            </a:r>
            <a:r>
              <a:rPr 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INFK</a:t>
            </a:r>
            <a:r>
              <a:rPr 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en-GB" sz="20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C69261-1641-1B6F-B4D1-3C0683346669}"/>
              </a:ext>
            </a:extLst>
          </p:cNvPr>
          <p:cNvSpPr txBox="1"/>
          <p:nvPr/>
        </p:nvSpPr>
        <p:spPr>
          <a:xfrm>
            <a:off x="7657794" y="2654883"/>
            <a:ext cx="115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Remove </a:t>
            </a:r>
          </a:p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CLS/EOS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B781A8-2AE6-430D-04CF-544D9EF5B39E}"/>
              </a:ext>
            </a:extLst>
          </p:cNvPr>
          <p:cNvGrpSpPr/>
          <p:nvPr/>
        </p:nvGrpSpPr>
        <p:grpSpPr>
          <a:xfrm flipH="1">
            <a:off x="8992059" y="2022942"/>
            <a:ext cx="3060000" cy="1958550"/>
            <a:chOff x="4274789" y="2255192"/>
            <a:chExt cx="3445256" cy="195855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FBFD786-BD51-D4AE-9380-F082694DB663}"/>
                </a:ext>
              </a:extLst>
            </p:cNvPr>
            <p:cNvSpPr/>
            <p:nvPr/>
          </p:nvSpPr>
          <p:spPr>
            <a:xfrm flipH="1">
              <a:off x="4274789" y="2255192"/>
              <a:ext cx="2880000" cy="1368000"/>
            </a:xfrm>
            <a:prstGeom prst="roundRect">
              <a:avLst/>
            </a:prstGeom>
            <a:solidFill>
              <a:srgbClr val="FFEBFF"/>
            </a:solidFill>
            <a:ln w="254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Roboto" panose="02000000000000000000" pitchFamily="2" charset="0"/>
                </a:rPr>
                <a:t>ESM-2</a:t>
              </a:r>
              <a:endParaRPr lang="en-GB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C543F22-A3EB-C807-335E-399AD24BA507}"/>
                </a:ext>
              </a:extLst>
            </p:cNvPr>
            <p:cNvSpPr/>
            <p:nvPr/>
          </p:nvSpPr>
          <p:spPr>
            <a:xfrm flipH="1">
              <a:off x="4382845" y="2388542"/>
              <a:ext cx="2880000" cy="1368000"/>
            </a:xfrm>
            <a:prstGeom prst="roundRect">
              <a:avLst/>
            </a:prstGeom>
            <a:solidFill>
              <a:srgbClr val="FFEBFF"/>
            </a:solidFill>
            <a:ln w="254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Roboto" panose="02000000000000000000" pitchFamily="2" charset="0"/>
                </a:rPr>
                <a:t>ESM-2</a:t>
              </a:r>
              <a:endParaRPr lang="en-GB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8A0BA7B-1B4C-4AA4-B3DE-91274206F947}"/>
                </a:ext>
              </a:extLst>
            </p:cNvPr>
            <p:cNvSpPr/>
            <p:nvPr/>
          </p:nvSpPr>
          <p:spPr>
            <a:xfrm flipH="1">
              <a:off x="4535245" y="2540942"/>
              <a:ext cx="2880000" cy="1368000"/>
            </a:xfrm>
            <a:prstGeom prst="roundRect">
              <a:avLst/>
            </a:prstGeom>
            <a:solidFill>
              <a:srgbClr val="FFEBFF"/>
            </a:solidFill>
            <a:ln w="254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Roboto" panose="02000000000000000000" pitchFamily="2" charset="0"/>
                </a:rPr>
                <a:t>ESM-2</a:t>
              </a:r>
              <a:endParaRPr lang="en-GB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84A744FA-E83A-BB71-CAF4-1A7E6E2DD3E3}"/>
                </a:ext>
              </a:extLst>
            </p:cNvPr>
            <p:cNvSpPr/>
            <p:nvPr/>
          </p:nvSpPr>
          <p:spPr>
            <a:xfrm flipH="1">
              <a:off x="4687645" y="2693342"/>
              <a:ext cx="2880000" cy="1368000"/>
            </a:xfrm>
            <a:prstGeom prst="roundRect">
              <a:avLst/>
            </a:prstGeom>
            <a:solidFill>
              <a:srgbClr val="FFEBFF"/>
            </a:solidFill>
            <a:ln w="2540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Roboto" panose="02000000000000000000" pitchFamily="2" charset="0"/>
                </a:rPr>
                <a:t>ESM-2</a:t>
              </a:r>
              <a:endParaRPr lang="en-GB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D7D7F32-607F-D8CD-03F0-8D4B1C2D16F2}"/>
                </a:ext>
              </a:extLst>
            </p:cNvPr>
            <p:cNvSpPr/>
            <p:nvPr/>
          </p:nvSpPr>
          <p:spPr>
            <a:xfrm flipH="1">
              <a:off x="4840045" y="2845742"/>
              <a:ext cx="2880000" cy="1368000"/>
            </a:xfrm>
            <a:prstGeom prst="roundRect">
              <a:avLst/>
            </a:prstGeom>
            <a:solidFill>
              <a:srgbClr val="FFEBFF"/>
            </a:solidFill>
            <a:ln w="254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Roboto" panose="02000000000000000000" pitchFamily="2" charset="0"/>
                </a:rPr>
                <a:t>ESM-2 Layer</a:t>
              </a:r>
              <a:endParaRPr lang="en-GB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4" name="Right Brace 3">
            <a:extLst>
              <a:ext uri="{FF2B5EF4-FFF2-40B4-BE49-F238E27FC236}">
                <a16:creationId xmlns:a16="http://schemas.microsoft.com/office/drawing/2014/main" id="{6BA19B13-369A-63D6-A2A9-9780314B9C75}"/>
              </a:ext>
            </a:extLst>
          </p:cNvPr>
          <p:cNvSpPr/>
          <p:nvPr/>
        </p:nvSpPr>
        <p:spPr>
          <a:xfrm rot="5400000">
            <a:off x="10102407" y="3801542"/>
            <a:ext cx="337256" cy="100195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2B94E-C7AB-D2CE-44D5-4358143FAF62}"/>
              </a:ext>
            </a:extLst>
          </p:cNvPr>
          <p:cNvSpPr txBox="1"/>
          <p:nvPr/>
        </p:nvSpPr>
        <p:spPr>
          <a:xfrm>
            <a:off x="9934244" y="4423882"/>
            <a:ext cx="673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x33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A5E516-9397-113F-F4BE-916C7691560B}"/>
              </a:ext>
            </a:extLst>
          </p:cNvPr>
          <p:cNvCxnSpPr>
            <a:cxnSpLocks/>
          </p:cNvCxnSpPr>
          <p:nvPr/>
        </p:nvCxnSpPr>
        <p:spPr>
          <a:xfrm>
            <a:off x="10612059" y="1635469"/>
            <a:ext cx="0" cy="690059"/>
          </a:xfrm>
          <a:prstGeom prst="straightConnector1">
            <a:avLst/>
          </a:prstGeom>
          <a:ln w="317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6E0D5E-8780-08F1-A00D-A5CB6D1210EB}"/>
              </a:ext>
            </a:extLst>
          </p:cNvPr>
          <p:cNvCxnSpPr>
            <a:cxnSpLocks/>
          </p:cNvCxnSpPr>
          <p:nvPr/>
        </p:nvCxnSpPr>
        <p:spPr>
          <a:xfrm flipH="1">
            <a:off x="7475530" y="3310383"/>
            <a:ext cx="1516528" cy="0"/>
          </a:xfrm>
          <a:prstGeom prst="straightConnector1">
            <a:avLst/>
          </a:prstGeom>
          <a:ln w="317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38E097F-0473-4006-D3E4-C5627B782AD6}"/>
              </a:ext>
            </a:extLst>
          </p:cNvPr>
          <p:cNvSpPr/>
          <p:nvPr/>
        </p:nvSpPr>
        <p:spPr>
          <a:xfrm>
            <a:off x="4127529" y="2851033"/>
            <a:ext cx="3348000" cy="918700"/>
          </a:xfrm>
          <a:prstGeom prst="roundRect">
            <a:avLst/>
          </a:prstGeom>
          <a:solidFill>
            <a:srgbClr val="FCF3FF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10517BC-6475-668A-2F08-FEF8E25BE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481908"/>
              </p:ext>
            </p:extLst>
          </p:nvPr>
        </p:nvGraphicFramePr>
        <p:xfrm>
          <a:off x="4382866" y="3121819"/>
          <a:ext cx="1800000" cy="3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52754948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72736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950498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131151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2861309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rgbClr val="E2E5F6"/>
                        </a:solidFill>
                      </a:endParaRPr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5656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D231528-6186-65F3-5BDC-04EEDE8DD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32946"/>
              </p:ext>
            </p:extLst>
          </p:nvPr>
        </p:nvGraphicFramePr>
        <p:xfrm>
          <a:off x="6729850" y="3121819"/>
          <a:ext cx="360000" cy="3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45119359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4645" marR="94645" marT="47141" marB="471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250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137C722-0A0B-4AB0-3D7F-0E538796AFFD}"/>
              </a:ext>
            </a:extLst>
          </p:cNvPr>
          <p:cNvSpPr txBox="1"/>
          <p:nvPr/>
        </p:nvSpPr>
        <p:spPr>
          <a:xfrm>
            <a:off x="6235092" y="2969547"/>
            <a:ext cx="453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en-GB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6A199F21-8F2E-9B14-884A-A6A79881C00E}"/>
              </a:ext>
            </a:extLst>
          </p:cNvPr>
          <p:cNvSpPr/>
          <p:nvPr/>
        </p:nvSpPr>
        <p:spPr>
          <a:xfrm rot="5400000">
            <a:off x="5679869" y="3323120"/>
            <a:ext cx="324000" cy="1476000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7EB6E6-0A89-EF57-9EFF-FA083EB8D81A}"/>
              </a:ext>
            </a:extLst>
          </p:cNvPr>
          <p:cNvSpPr txBox="1"/>
          <p:nvPr/>
        </p:nvSpPr>
        <p:spPr>
          <a:xfrm>
            <a:off x="5331152" y="4223120"/>
            <a:ext cx="1021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1x1280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8511EC-BE41-88A7-D6BB-8D83CB3D7357}"/>
              </a:ext>
            </a:extLst>
          </p:cNvPr>
          <p:cNvSpPr txBox="1"/>
          <p:nvPr/>
        </p:nvSpPr>
        <p:spPr>
          <a:xfrm>
            <a:off x="4971814" y="2233138"/>
            <a:ext cx="1688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Embedding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23A6B07F-FB67-A413-C757-712A54580A7A}"/>
                  </a:ext>
                </a:extLst>
              </p:cNvPr>
              <p:cNvSpPr/>
              <p:nvPr/>
            </p:nvSpPr>
            <p:spPr>
              <a:xfrm>
                <a:off x="1260000" y="1548000"/>
                <a:ext cx="2160000" cy="540000"/>
              </a:xfrm>
              <a:prstGeom prst="roundRect">
                <a:avLst/>
              </a:prstGeom>
              <a:solidFill>
                <a:srgbClr val="FFA589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23A6B07F-FB67-A413-C757-712A54580A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1548000"/>
                <a:ext cx="2160000" cy="5400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ight Brace 39">
            <a:extLst>
              <a:ext uri="{FF2B5EF4-FFF2-40B4-BE49-F238E27FC236}">
                <a16:creationId xmlns:a16="http://schemas.microsoft.com/office/drawing/2014/main" id="{D290F09A-86D6-1D2F-81CD-CDAFF2FE69CC}"/>
              </a:ext>
            </a:extLst>
          </p:cNvPr>
          <p:cNvSpPr/>
          <p:nvPr/>
        </p:nvSpPr>
        <p:spPr>
          <a:xfrm rot="10800000">
            <a:off x="774925" y="2088000"/>
            <a:ext cx="288000" cy="1656000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CA2B66-1D5E-AF4B-1CEE-64AEDC77DF2D}"/>
              </a:ext>
            </a:extLst>
          </p:cNvPr>
          <p:cNvSpPr txBox="1"/>
          <p:nvPr/>
        </p:nvSpPr>
        <p:spPr>
          <a:xfrm>
            <a:off x="31993" y="2700000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T x d</a:t>
            </a: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B34AF2-BEFC-3DB4-B37E-C4D55A48FE2F}"/>
              </a:ext>
            </a:extLst>
          </p:cNvPr>
          <p:cNvSpPr txBox="1"/>
          <p:nvPr/>
        </p:nvSpPr>
        <p:spPr>
          <a:xfrm>
            <a:off x="1845619" y="864000"/>
            <a:ext cx="105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Slicing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79DA891F-F79D-C753-AA93-23FB82791F40}"/>
                  </a:ext>
                </a:extLst>
              </p:cNvPr>
              <p:cNvSpPr/>
              <p:nvPr/>
            </p:nvSpPr>
            <p:spPr>
              <a:xfrm>
                <a:off x="1260000" y="2268000"/>
                <a:ext cx="2160000" cy="540000"/>
              </a:xfrm>
              <a:prstGeom prst="roundRect">
                <a:avLst/>
              </a:prstGeom>
              <a:solidFill>
                <a:srgbClr val="E2E5F6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79DA891F-F79D-C753-AA93-23FB82791F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2268000"/>
                <a:ext cx="2160000" cy="5400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1804CDF3-259E-BED0-5290-3A416D018884}"/>
                  </a:ext>
                </a:extLst>
              </p:cNvPr>
              <p:cNvSpPr/>
              <p:nvPr/>
            </p:nvSpPr>
            <p:spPr>
              <a:xfrm>
                <a:off x="1260000" y="3708000"/>
                <a:ext cx="2160000" cy="540000"/>
              </a:xfrm>
              <a:prstGeom prst="roundRect">
                <a:avLst/>
              </a:prstGeom>
              <a:solidFill>
                <a:srgbClr val="AEBCE1"/>
              </a:solidFill>
              <a:ln w="25400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GB" sz="2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1804CDF3-259E-BED0-5290-3A416D0188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3708000"/>
                <a:ext cx="2160000" cy="540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A908F34D-9AB3-E61E-5F3C-4DBFB5371F22}"/>
              </a:ext>
            </a:extLst>
          </p:cNvPr>
          <p:cNvSpPr txBox="1"/>
          <p:nvPr/>
        </p:nvSpPr>
        <p:spPr>
          <a:xfrm>
            <a:off x="1260000" y="2988000"/>
            <a:ext cx="2160000" cy="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en-CY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3D08A99-70C6-8BA3-E369-004E372EBB4C}"/>
              </a:ext>
            </a:extLst>
          </p:cNvPr>
          <p:cNvCxnSpPr>
            <a:cxnSpLocks/>
          </p:cNvCxnSpPr>
          <p:nvPr/>
        </p:nvCxnSpPr>
        <p:spPr>
          <a:xfrm flipH="1">
            <a:off x="3593492" y="3319819"/>
            <a:ext cx="540000" cy="0"/>
          </a:xfrm>
          <a:prstGeom prst="straightConnector1">
            <a:avLst/>
          </a:prstGeom>
          <a:ln w="317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Flowchart: Connector 68">
            <a:extLst>
              <a:ext uri="{FF2B5EF4-FFF2-40B4-BE49-F238E27FC236}">
                <a16:creationId xmlns:a16="http://schemas.microsoft.com/office/drawing/2014/main" id="{E4310A5A-A0DD-FFB1-994F-CBC80F692142}"/>
              </a:ext>
            </a:extLst>
          </p:cNvPr>
          <p:cNvSpPr/>
          <p:nvPr/>
        </p:nvSpPr>
        <p:spPr>
          <a:xfrm>
            <a:off x="3420001" y="5081146"/>
            <a:ext cx="576000" cy="576000"/>
          </a:xfrm>
          <a:prstGeom prst="flowChartConnector">
            <a:avLst/>
          </a:prstGeom>
          <a:solidFill>
            <a:srgbClr val="E2E5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3" name="Flowchart: Or 72">
            <a:extLst>
              <a:ext uri="{FF2B5EF4-FFF2-40B4-BE49-F238E27FC236}">
                <a16:creationId xmlns:a16="http://schemas.microsoft.com/office/drawing/2014/main" id="{8B5E24C2-A75F-9C87-5E51-1DD8CB156C24}"/>
              </a:ext>
            </a:extLst>
          </p:cNvPr>
          <p:cNvSpPr/>
          <p:nvPr/>
        </p:nvSpPr>
        <p:spPr>
          <a:xfrm>
            <a:off x="2052000" y="5081146"/>
            <a:ext cx="576000" cy="576000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B581523-A30D-42A5-7CD8-55F47B4FACAA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2340000" y="4248000"/>
            <a:ext cx="0" cy="833146"/>
          </a:xfrm>
          <a:prstGeom prst="straightConnector1">
            <a:avLst/>
          </a:prstGeom>
          <a:ln w="317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1D4CE69-098C-D9FB-2E4A-76E87B76394C}"/>
              </a:ext>
            </a:extLst>
          </p:cNvPr>
          <p:cNvCxnSpPr>
            <a:cxnSpLocks/>
            <a:stCxn id="69" idx="2"/>
          </p:cNvCxnSpPr>
          <p:nvPr/>
        </p:nvCxnSpPr>
        <p:spPr>
          <a:xfrm flipH="1" flipV="1">
            <a:off x="2628000" y="5368752"/>
            <a:ext cx="792001" cy="394"/>
          </a:xfrm>
          <a:prstGeom prst="straightConnector1">
            <a:avLst/>
          </a:prstGeom>
          <a:ln w="317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036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A6F4-9B29-5D61-7DB9-F87C4C99E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1FD6B9D-515F-4142-F3BE-0DBC2B63C5F8}"/>
              </a:ext>
            </a:extLst>
          </p:cNvPr>
          <p:cNvCxnSpPr>
            <a:cxnSpLocks/>
          </p:cNvCxnSpPr>
          <p:nvPr/>
        </p:nvCxnSpPr>
        <p:spPr>
          <a:xfrm flipV="1">
            <a:off x="2091267" y="1972733"/>
            <a:ext cx="1224000" cy="1044000"/>
          </a:xfrm>
          <a:prstGeom prst="bentConnector3">
            <a:avLst>
              <a:gd name="adj1" fmla="val 31660"/>
            </a:avLst>
          </a:prstGeom>
          <a:ln w="31750"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5A66EB-9496-4F39-1E2D-8D9D2962EE2C}"/>
              </a:ext>
            </a:extLst>
          </p:cNvPr>
          <p:cNvCxnSpPr>
            <a:cxnSpLocks/>
          </p:cNvCxnSpPr>
          <p:nvPr/>
        </p:nvCxnSpPr>
        <p:spPr>
          <a:xfrm flipV="1">
            <a:off x="7884000" y="3183216"/>
            <a:ext cx="0" cy="1913358"/>
          </a:xfrm>
          <a:prstGeom prst="straightConnector1">
            <a:avLst/>
          </a:prstGeom>
          <a:ln w="31750">
            <a:headEnd w="sm" len="sm"/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52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CA75-471F-0965-B6E8-0664DD67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2025608-301B-E368-0C5F-886ACB1EC7FF}"/>
              </a:ext>
            </a:extLst>
          </p:cNvPr>
          <p:cNvSpPr/>
          <p:nvPr/>
        </p:nvSpPr>
        <p:spPr>
          <a:xfrm>
            <a:off x="2020552" y="1358168"/>
            <a:ext cx="8537381" cy="492044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Roboto" panose="02000000000000000000" pitchFamily="2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4D7F6DE-CBD2-B219-6FA9-C42FFB75366C}"/>
              </a:ext>
            </a:extLst>
          </p:cNvPr>
          <p:cNvSpPr/>
          <p:nvPr/>
        </p:nvSpPr>
        <p:spPr>
          <a:xfrm>
            <a:off x="1868152" y="1205768"/>
            <a:ext cx="8537381" cy="492044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Roboto" panose="02000000000000000000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8E6B89-022F-C6F7-3C72-75BB4B0CBFA4}"/>
              </a:ext>
            </a:extLst>
          </p:cNvPr>
          <p:cNvSpPr/>
          <p:nvPr/>
        </p:nvSpPr>
        <p:spPr>
          <a:xfrm>
            <a:off x="1715752" y="1053368"/>
            <a:ext cx="8537381" cy="4920440"/>
          </a:xfrm>
          <a:prstGeom prst="roundRect">
            <a:avLst/>
          </a:prstGeom>
          <a:solidFill>
            <a:srgbClr val="FFF7F6"/>
          </a:solidFill>
          <a:ln w="25400">
            <a:solidFill>
              <a:srgbClr val="DBDADA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318FA-ABAD-FD77-80CA-F7D278B99CF8}"/>
              </a:ext>
            </a:extLst>
          </p:cNvPr>
          <p:cNvSpPr txBox="1"/>
          <p:nvPr/>
        </p:nvSpPr>
        <p:spPr>
          <a:xfrm>
            <a:off x="1715752" y="1455413"/>
            <a:ext cx="2711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Encoder Layer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6A87C2-96FA-F115-58D1-B4600626E2D8}"/>
              </a:ext>
            </a:extLst>
          </p:cNvPr>
          <p:cNvSpPr txBox="1"/>
          <p:nvPr/>
        </p:nvSpPr>
        <p:spPr>
          <a:xfrm>
            <a:off x="3081813" y="2491132"/>
            <a:ext cx="34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D3F655-3A8D-B6DD-D34A-F963AA3A7678}"/>
              </a:ext>
            </a:extLst>
          </p:cNvPr>
          <p:cNvSpPr txBox="1"/>
          <p:nvPr/>
        </p:nvSpPr>
        <p:spPr>
          <a:xfrm>
            <a:off x="3081012" y="3170583"/>
            <a:ext cx="345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6617F1-C53A-6480-D73E-FDE672D2356F}"/>
              </a:ext>
            </a:extLst>
          </p:cNvPr>
          <p:cNvSpPr txBox="1"/>
          <p:nvPr/>
        </p:nvSpPr>
        <p:spPr>
          <a:xfrm>
            <a:off x="3081813" y="3850034"/>
            <a:ext cx="341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3C67DFA-DAB1-01EC-2CD6-270B6AC91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565336"/>
              </p:ext>
            </p:extLst>
          </p:nvPr>
        </p:nvGraphicFramePr>
        <p:xfrm>
          <a:off x="3577577" y="2478431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6F3EDAF-42E0-AAA7-5985-BC2B1DCB7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838009"/>
              </p:ext>
            </p:extLst>
          </p:nvPr>
        </p:nvGraphicFramePr>
        <p:xfrm>
          <a:off x="3569423" y="3147828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BBC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BC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A93A5F51-DCDD-6E73-0576-A8C8FA5A0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767862"/>
              </p:ext>
            </p:extLst>
          </p:nvPr>
        </p:nvGraphicFramePr>
        <p:xfrm>
          <a:off x="3569423" y="3867209"/>
          <a:ext cx="89740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136">
                  <a:extLst>
                    <a:ext uri="{9D8B030D-6E8A-4147-A177-3AD203B41FA5}">
                      <a16:colId xmlns:a16="http://schemas.microsoft.com/office/drawing/2014/main" val="1004342514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326128013"/>
                    </a:ext>
                  </a:extLst>
                </a:gridCol>
                <a:gridCol w="299136">
                  <a:extLst>
                    <a:ext uri="{9D8B030D-6E8A-4147-A177-3AD203B41FA5}">
                      <a16:colId xmlns:a16="http://schemas.microsoft.com/office/drawing/2014/main" val="3979572318"/>
                    </a:ext>
                  </a:extLst>
                </a:gridCol>
              </a:tblGrid>
              <a:tr h="285782"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5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12022"/>
                  </a:ext>
                </a:extLst>
              </a:tr>
            </a:tbl>
          </a:graphicData>
        </a:graphic>
      </p:graphicFrame>
      <p:sp>
        <p:nvSpPr>
          <p:cNvPr id="34" name="Right Brace 33">
            <a:extLst>
              <a:ext uri="{FF2B5EF4-FFF2-40B4-BE49-F238E27FC236}">
                <a16:creationId xmlns:a16="http://schemas.microsoft.com/office/drawing/2014/main" id="{97102E4A-01CE-6501-1F81-BAAF17B89F1C}"/>
              </a:ext>
            </a:extLst>
          </p:cNvPr>
          <p:cNvSpPr/>
          <p:nvPr/>
        </p:nvSpPr>
        <p:spPr>
          <a:xfrm>
            <a:off x="4689581" y="2541963"/>
            <a:ext cx="154788" cy="914400"/>
          </a:xfrm>
          <a:prstGeom prst="rightBrac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6E54C2F-C943-9CF8-DF2E-BEA1DD8E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731857"/>
              </p:ext>
            </p:extLst>
          </p:nvPr>
        </p:nvGraphicFramePr>
        <p:xfrm>
          <a:off x="5277131" y="1929791"/>
          <a:ext cx="172072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0BDCB66-E1F4-040A-75B5-513BE3B00362}"/>
                  </a:ext>
                </a:extLst>
              </p:cNvPr>
              <p:cNvSpPr txBox="1"/>
              <p:nvPr/>
            </p:nvSpPr>
            <p:spPr>
              <a:xfrm>
                <a:off x="4767306" y="4011341"/>
                <a:ext cx="2119476" cy="1085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0BDCB66-E1F4-040A-75B5-513BE3B00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306" y="4011341"/>
                <a:ext cx="2119476" cy="1085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Y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F6DE6B1-0C8B-E653-05BA-614D60A90E02}"/>
              </a:ext>
            </a:extLst>
          </p:cNvPr>
          <p:cNvCxnSpPr>
            <a:cxnSpLocks/>
          </p:cNvCxnSpPr>
          <p:nvPr/>
        </p:nvCxnSpPr>
        <p:spPr>
          <a:xfrm>
            <a:off x="4020041" y="4232969"/>
            <a:ext cx="0" cy="863605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FF1129E-E00A-D8AF-E798-18E7D95A5E1B}"/>
              </a:ext>
            </a:extLst>
          </p:cNvPr>
          <p:cNvCxnSpPr>
            <a:cxnSpLocks/>
          </p:cNvCxnSpPr>
          <p:nvPr/>
        </p:nvCxnSpPr>
        <p:spPr>
          <a:xfrm>
            <a:off x="4020041" y="5096574"/>
            <a:ext cx="38700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lowchart: Or 69">
            <a:extLst>
              <a:ext uri="{FF2B5EF4-FFF2-40B4-BE49-F238E27FC236}">
                <a16:creationId xmlns:a16="http://schemas.microsoft.com/office/drawing/2014/main" id="{76AD5A4C-7AE0-B25F-1371-97F40C5E59E5}"/>
              </a:ext>
            </a:extLst>
          </p:cNvPr>
          <p:cNvSpPr/>
          <p:nvPr/>
        </p:nvSpPr>
        <p:spPr>
          <a:xfrm rot="2667844">
            <a:off x="7704000" y="2821883"/>
            <a:ext cx="361353" cy="361336"/>
          </a:xfrm>
          <a:prstGeom prst="flowChartOr">
            <a:avLst/>
          </a:prstGeom>
          <a:solidFill>
            <a:srgbClr val="E2E5F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03EC380-842E-609B-10EE-F566785B4D62}"/>
              </a:ext>
            </a:extLst>
          </p:cNvPr>
          <p:cNvCxnSpPr>
            <a:cxnSpLocks/>
          </p:cNvCxnSpPr>
          <p:nvPr/>
        </p:nvCxnSpPr>
        <p:spPr>
          <a:xfrm>
            <a:off x="8064000" y="3004295"/>
            <a:ext cx="720000" cy="1279"/>
          </a:xfrm>
          <a:prstGeom prst="straightConnector1">
            <a:avLst/>
          </a:prstGeom>
          <a:ln w="317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1EBFD02-CE6D-2FC0-2201-C2807EE5BB7D}"/>
              </a:ext>
            </a:extLst>
          </p:cNvPr>
          <p:cNvSpPr txBox="1"/>
          <p:nvPr/>
        </p:nvSpPr>
        <p:spPr>
          <a:xfrm>
            <a:off x="4320000" y="5231700"/>
            <a:ext cx="3092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Multi-Head Attention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A39589D0-12CE-6210-04DE-064AD56B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599098"/>
              </p:ext>
            </p:extLst>
          </p:nvPr>
        </p:nvGraphicFramePr>
        <p:xfrm>
          <a:off x="5177175" y="2013325"/>
          <a:ext cx="172072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469E0F27-DFF0-1E50-F35B-BF3E81DED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225337"/>
              </p:ext>
            </p:extLst>
          </p:nvPr>
        </p:nvGraphicFramePr>
        <p:xfrm>
          <a:off x="5061031" y="2123335"/>
          <a:ext cx="1720725" cy="1828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4145">
                  <a:extLst>
                    <a:ext uri="{9D8B030D-6E8A-4147-A177-3AD203B41FA5}">
                      <a16:colId xmlns:a16="http://schemas.microsoft.com/office/drawing/2014/main" val="2143804782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664210919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64189973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798487258"/>
                    </a:ext>
                  </a:extLst>
                </a:gridCol>
                <a:gridCol w="344145">
                  <a:extLst>
                    <a:ext uri="{9D8B030D-6E8A-4147-A177-3AD203B41FA5}">
                      <a16:colId xmlns:a16="http://schemas.microsoft.com/office/drawing/2014/main" val="1470460146"/>
                    </a:ext>
                  </a:extLst>
                </a:gridCol>
              </a:tblGrid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35886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9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076519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DBDADA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7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7612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77163"/>
                  </a:ext>
                </a:extLst>
              </a:tr>
              <a:tr h="2349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10562"/>
                  </a:ext>
                </a:extLst>
              </a:tr>
            </a:tbl>
          </a:graphicData>
        </a:graphic>
      </p:graphicFrame>
      <p:sp>
        <p:nvSpPr>
          <p:cNvPr id="134" name="TextBox 133">
            <a:extLst>
              <a:ext uri="{FF2B5EF4-FFF2-40B4-BE49-F238E27FC236}">
                <a16:creationId xmlns:a16="http://schemas.microsoft.com/office/drawing/2014/main" id="{A8BACCE4-C829-2D17-15A8-8ABF707320D5}"/>
              </a:ext>
            </a:extLst>
          </p:cNvPr>
          <p:cNvSpPr txBox="1"/>
          <p:nvPr/>
        </p:nvSpPr>
        <p:spPr>
          <a:xfrm>
            <a:off x="9187958" y="5231699"/>
            <a:ext cx="596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xN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2F4E7612-00FA-DFAA-252F-090EACC7362E}"/>
              </a:ext>
            </a:extLst>
          </p:cNvPr>
          <p:cNvSpPr/>
          <p:nvPr/>
        </p:nvSpPr>
        <p:spPr>
          <a:xfrm rot="13315776">
            <a:off x="4912884" y="1639896"/>
            <a:ext cx="167559" cy="549226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5D18D-E67C-96AB-6783-88716545AE4D}"/>
              </a:ext>
            </a:extLst>
          </p:cNvPr>
          <p:cNvSpPr txBox="1"/>
          <p:nvPr/>
        </p:nvSpPr>
        <p:spPr>
          <a:xfrm rot="18753781">
            <a:off x="4503864" y="1495135"/>
            <a:ext cx="575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xH</a:t>
            </a:r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" name="Flowchart: Terminator 29">
            <a:extLst>
              <a:ext uri="{FF2B5EF4-FFF2-40B4-BE49-F238E27FC236}">
                <a16:creationId xmlns:a16="http://schemas.microsoft.com/office/drawing/2014/main" id="{69228068-07A8-4048-9BF0-A8A087AEF63C}"/>
              </a:ext>
            </a:extLst>
          </p:cNvPr>
          <p:cNvSpPr/>
          <p:nvPr/>
        </p:nvSpPr>
        <p:spPr>
          <a:xfrm rot="5400000">
            <a:off x="8244000" y="2559503"/>
            <a:ext cx="1887916" cy="837982"/>
          </a:xfrm>
          <a:prstGeom prst="flowChartTerminator">
            <a:avLst/>
          </a:prstGeom>
          <a:solidFill>
            <a:srgbClr val="DBDADA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Y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480BC6-0910-1862-2A1A-01B9955A8214}"/>
              </a:ext>
            </a:extLst>
          </p:cNvPr>
          <p:cNvSpPr txBox="1"/>
          <p:nvPr/>
        </p:nvSpPr>
        <p:spPr>
          <a:xfrm rot="5400000">
            <a:off x="8473322" y="2343855"/>
            <a:ext cx="1490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FFN</a:t>
            </a:r>
            <a:endParaRPr lang="en-GB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endParaRPr lang="en-CY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403B963-F557-7255-672E-6C6DB5C87F2E}"/>
              </a:ext>
            </a:extLst>
          </p:cNvPr>
          <p:cNvCxnSpPr>
            <a:cxnSpLocks/>
          </p:cNvCxnSpPr>
          <p:nvPr/>
        </p:nvCxnSpPr>
        <p:spPr>
          <a:xfrm flipV="1">
            <a:off x="7884000" y="3183216"/>
            <a:ext cx="0" cy="1913358"/>
          </a:xfrm>
          <a:prstGeom prst="straightConnector1">
            <a:avLst/>
          </a:prstGeom>
          <a:ln w="31750">
            <a:headEnd w="sm" len="sm"/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179B352-3DC8-FD5B-9114-4757057818B2}"/>
              </a:ext>
            </a:extLst>
          </p:cNvPr>
          <p:cNvCxnSpPr>
            <a:cxnSpLocks/>
          </p:cNvCxnSpPr>
          <p:nvPr/>
        </p:nvCxnSpPr>
        <p:spPr>
          <a:xfrm>
            <a:off x="6984000" y="3006000"/>
            <a:ext cx="720000" cy="1279"/>
          </a:xfrm>
          <a:prstGeom prst="straightConnector1">
            <a:avLst/>
          </a:prstGeom>
          <a:ln w="317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572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5B30-A21E-273D-D7CC-D5E2C9C81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Brace 17">
            <a:extLst>
              <a:ext uri="{FF2B5EF4-FFF2-40B4-BE49-F238E27FC236}">
                <a16:creationId xmlns:a16="http://schemas.microsoft.com/office/drawing/2014/main" id="{280A356D-DA42-BF58-271B-91D2B76131EC}"/>
              </a:ext>
            </a:extLst>
          </p:cNvPr>
          <p:cNvSpPr/>
          <p:nvPr/>
        </p:nvSpPr>
        <p:spPr>
          <a:xfrm>
            <a:off x="4192195" y="960587"/>
            <a:ext cx="194567" cy="540000"/>
          </a:xfrm>
          <a:prstGeom prst="righ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FDB8EC-4757-10F3-DA0B-637164668055}"/>
              </a:ext>
            </a:extLst>
          </p:cNvPr>
          <p:cNvSpPr txBox="1"/>
          <p:nvPr/>
        </p:nvSpPr>
        <p:spPr>
          <a:xfrm>
            <a:off x="4386762" y="1028182"/>
            <a:ext cx="767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1 x d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D42FA9-087D-7764-5CC2-6BD028E39E2C}"/>
              </a:ext>
            </a:extLst>
          </p:cNvPr>
          <p:cNvSpPr/>
          <p:nvPr/>
        </p:nvSpPr>
        <p:spPr>
          <a:xfrm rot="5400000">
            <a:off x="6480353" y="648584"/>
            <a:ext cx="4108096" cy="4131734"/>
          </a:xfrm>
          <a:prstGeom prst="roundRect">
            <a:avLst/>
          </a:prstGeom>
          <a:solidFill>
            <a:srgbClr val="E2E5F6"/>
          </a:solidFill>
          <a:ln w="28575" cmpd="sng">
            <a:solidFill>
              <a:srgbClr val="BBB9D7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73FF6E-86C4-76FF-5BCD-21D772E8050F}"/>
              </a:ext>
            </a:extLst>
          </p:cNvPr>
          <p:cNvSpPr/>
          <p:nvPr/>
        </p:nvSpPr>
        <p:spPr>
          <a:xfrm>
            <a:off x="7492655" y="1114200"/>
            <a:ext cx="2160000" cy="540000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E0FCD65-8CED-83D2-1825-30CCBF0D0EDE}"/>
              </a:ext>
            </a:extLst>
          </p:cNvPr>
          <p:cNvSpPr/>
          <p:nvPr/>
        </p:nvSpPr>
        <p:spPr>
          <a:xfrm>
            <a:off x="7492655" y="1942200"/>
            <a:ext cx="2160000" cy="540000"/>
          </a:xfrm>
          <a:prstGeom prst="roundRect">
            <a:avLst/>
          </a:prstGeom>
          <a:solidFill>
            <a:srgbClr val="DBDADA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GELU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2A07561-C98F-0A0B-FBDF-1C6F6239D5EE}"/>
              </a:ext>
            </a:extLst>
          </p:cNvPr>
          <p:cNvSpPr/>
          <p:nvPr/>
        </p:nvSpPr>
        <p:spPr>
          <a:xfrm>
            <a:off x="7492655" y="2770200"/>
            <a:ext cx="2160000" cy="540000"/>
          </a:xfrm>
          <a:prstGeom prst="roundRect">
            <a:avLst/>
          </a:prstGeom>
          <a:solidFill>
            <a:srgbClr val="DAC3ED"/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Linear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E51EFC-AC90-42ED-B82D-9FC617C2AAAB}"/>
              </a:ext>
            </a:extLst>
          </p:cNvPr>
          <p:cNvSpPr txBox="1"/>
          <p:nvPr/>
        </p:nvSpPr>
        <p:spPr>
          <a:xfrm>
            <a:off x="6624000" y="1598145"/>
            <a:ext cx="842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d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Y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E4A7C7-6F42-8099-7683-1EF03B006473}"/>
              </a:ext>
            </a:extLst>
          </p:cNvPr>
          <p:cNvSpPr txBox="1"/>
          <p:nvPr/>
        </p:nvSpPr>
        <p:spPr>
          <a:xfrm rot="5400000">
            <a:off x="8602984" y="2364590"/>
            <a:ext cx="3092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MLP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F59384-9207-1644-3C78-FB10C3F855D1}"/>
              </a:ext>
            </a:extLst>
          </p:cNvPr>
          <p:cNvSpPr txBox="1"/>
          <p:nvPr/>
        </p:nvSpPr>
        <p:spPr>
          <a:xfrm>
            <a:off x="6624000" y="3228945"/>
            <a:ext cx="83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Y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C</a:t>
            </a:r>
            <a:endParaRPr lang="en-GB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87BAA3-3B95-BE75-01DA-D965859C23FC}"/>
              </a:ext>
            </a:extLst>
          </p:cNvPr>
          <p:cNvSpPr/>
          <p:nvPr/>
        </p:nvSpPr>
        <p:spPr>
          <a:xfrm>
            <a:off x="1811723" y="958200"/>
            <a:ext cx="2160000" cy="540000"/>
          </a:xfrm>
          <a:prstGeom prst="roundRect">
            <a:avLst/>
          </a:prstGeom>
          <a:solidFill>
            <a:srgbClr val="E2ECD5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Mean</a:t>
            </a:r>
            <a:endParaRPr lang="en-GB" sz="2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E7D182-73D1-F03A-DEDB-6B59A7E21139}"/>
              </a:ext>
            </a:extLst>
          </p:cNvPr>
          <p:cNvCxnSpPr>
            <a:cxnSpLocks/>
          </p:cNvCxnSpPr>
          <p:nvPr/>
        </p:nvCxnSpPr>
        <p:spPr>
          <a:xfrm>
            <a:off x="2898095" y="1498200"/>
            <a:ext cx="0" cy="974067"/>
          </a:xfrm>
          <a:prstGeom prst="straightConnector1">
            <a:avLst/>
          </a:prstGeom>
          <a:ln w="317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65FA96-C519-79DA-F635-4EDD7E238EDA}"/>
              </a:ext>
            </a:extLst>
          </p:cNvPr>
          <p:cNvSpPr/>
          <p:nvPr/>
        </p:nvSpPr>
        <p:spPr>
          <a:xfrm>
            <a:off x="7492655" y="3598200"/>
            <a:ext cx="2160000" cy="540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5400" cmpd="sng">
            <a:solidFill>
              <a:schemeClr val="bg2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Softmax</a:t>
            </a:r>
            <a:endParaRPr lang="en-GB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AC86DA-23CB-4F9C-2F5D-B3A5C8404BF6}"/>
              </a:ext>
            </a:extLst>
          </p:cNvPr>
          <p:cNvCxnSpPr>
            <a:cxnSpLocks/>
          </p:cNvCxnSpPr>
          <p:nvPr/>
        </p:nvCxnSpPr>
        <p:spPr>
          <a:xfrm>
            <a:off x="8572655" y="1654200"/>
            <a:ext cx="0" cy="288000"/>
          </a:xfrm>
          <a:prstGeom prst="straightConnector1">
            <a:avLst/>
          </a:prstGeom>
          <a:ln w="31750"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97025DE-A672-306A-1A7C-9ED26D8C3B3A}"/>
              </a:ext>
            </a:extLst>
          </p:cNvPr>
          <p:cNvCxnSpPr>
            <a:cxnSpLocks/>
          </p:cNvCxnSpPr>
          <p:nvPr/>
        </p:nvCxnSpPr>
        <p:spPr>
          <a:xfrm>
            <a:off x="8572655" y="2482200"/>
            <a:ext cx="0" cy="288000"/>
          </a:xfrm>
          <a:prstGeom prst="straightConnector1">
            <a:avLst/>
          </a:prstGeom>
          <a:ln w="31750"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B83FC05-D399-EC1B-D8A0-A98F18D8DF0E}"/>
              </a:ext>
            </a:extLst>
          </p:cNvPr>
          <p:cNvCxnSpPr>
            <a:cxnSpLocks/>
          </p:cNvCxnSpPr>
          <p:nvPr/>
        </p:nvCxnSpPr>
        <p:spPr>
          <a:xfrm>
            <a:off x="8572655" y="3319234"/>
            <a:ext cx="0" cy="288000"/>
          </a:xfrm>
          <a:prstGeom prst="straightConnector1">
            <a:avLst/>
          </a:prstGeom>
          <a:ln w="31750"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62C994-17BA-7765-EBB7-1E38D830BA33}"/>
              </a:ext>
            </a:extLst>
          </p:cNvPr>
          <p:cNvCxnSpPr>
            <a:cxnSpLocks/>
          </p:cNvCxnSpPr>
          <p:nvPr/>
        </p:nvCxnSpPr>
        <p:spPr>
          <a:xfrm>
            <a:off x="8572655" y="4138200"/>
            <a:ext cx="0" cy="1119600"/>
          </a:xfrm>
          <a:prstGeom prst="straightConnector1">
            <a:avLst/>
          </a:prstGeom>
          <a:ln w="317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B41A725-D6F2-5DEF-A896-74C23302B3D5}"/>
              </a:ext>
            </a:extLst>
          </p:cNvPr>
          <p:cNvSpPr/>
          <p:nvPr/>
        </p:nvSpPr>
        <p:spPr>
          <a:xfrm>
            <a:off x="7132655" y="5293800"/>
            <a:ext cx="2880000" cy="900000"/>
          </a:xfrm>
          <a:prstGeom prst="roundRect">
            <a:avLst/>
          </a:prstGeom>
          <a:solidFill>
            <a:srgbClr val="FFF2F1"/>
          </a:solidFill>
          <a:ln w="254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Predicted SS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CCEE</a:t>
            </a:r>
            <a:r>
              <a:rPr 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EEEE</a:t>
            </a:r>
            <a:r>
              <a:rPr 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Roboto" panose="02000000000000000000" pitchFamily="2" charset="0"/>
              </a:rPr>
              <a:t>…</a:t>
            </a:r>
            <a:r>
              <a:rPr lang="en-US" sz="2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en-GB" sz="20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157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2181</TotalTime>
  <Words>221</Words>
  <Application>Microsoft Office PowerPoint</Application>
  <PresentationFormat>Widescreen</PresentationFormat>
  <Paragraphs>148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Stefanos Egglezou</dc:creator>
  <cp:lastModifiedBy>Stefanos Englezou</cp:lastModifiedBy>
  <cp:revision>254</cp:revision>
  <dcterms:created xsi:type="dcterms:W3CDTF">2026-03-17T20:41:59Z</dcterms:created>
  <dcterms:modified xsi:type="dcterms:W3CDTF">2026-09-04T11:22:25Z</dcterms:modified>
</cp:coreProperties>
</file>