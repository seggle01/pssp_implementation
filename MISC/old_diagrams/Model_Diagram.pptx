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9D7"/>
    <a:srgbClr val="AEBCE1"/>
    <a:srgbClr val="E4BBC7"/>
    <a:srgbClr val="E6D4E2"/>
    <a:srgbClr val="E2ECD5"/>
    <a:srgbClr val="D0CBE7"/>
    <a:srgbClr val="E2E5F6"/>
    <a:srgbClr val="9CBE6E"/>
    <a:srgbClr val="DCE4F6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0AC0-7781-D0AF-78E5-F51EE9DC4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0567F-81EF-6C0E-D914-A1BDE959D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DA2F-6E0E-2DB2-1519-4944B4E5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BED3E-2629-6CEA-E284-F1A6FC4D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7932-F572-9213-9FD2-80775237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69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DA55-1C0A-2681-1CE4-199C2690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7DF9-0315-EEA1-4BAC-DEC88716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4F42B-85F6-01C9-F924-00D0FF65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7A36-65F1-F651-F53E-31189BFD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9BDF-5DFD-4598-7FCC-3BB1C659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8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01B9-EA3F-2FAB-920A-9DAC3D16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12586-4F33-24D6-36BE-F21CB4E93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E426-467E-9F03-81AF-1DFBB7F5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B5AE-FD2B-3F8F-EDFB-281F4C68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4708-C761-654C-E445-006E3A77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1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4B58-5D73-0606-9160-804BDC6D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5A34D-8206-29D4-42B2-A4C918DB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07148-D7F0-1D91-CE06-507B912E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8D81D-9E75-CB2B-2527-37915340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0608-BC91-6ED6-A7BA-D557C2EB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5DFB-42FB-22A1-0300-22EA7702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8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BC26-82E8-CC47-0462-66108BAD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96FB0-011A-BA1D-7484-8F2A0B32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3304E-95A0-82B7-9CDC-A31D310FE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F7AA5-1475-5B38-A341-7BDFC28FE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58EAD-1E6F-4130-12E3-861C3DCD8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A1DAF-EE1C-E885-9416-7218CEBD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C5872-E994-4B9C-B7E6-DBBE7DA5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E9D22-9778-10E3-7161-4734B16A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49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ABF3-F687-9E0F-5F2A-548543EC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D8EF0-2136-BD79-7322-0091EBFF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0D405-1A98-3045-7125-2A1D1CD2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070BB-F864-3DB8-5320-F11A06A6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8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1B0D5-A039-AA41-4B7E-A5097318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E7E2F-98D2-723F-C3ED-2C5234DE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6F235-5D49-1751-1B7A-44D6FC5D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10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8161-34A7-7205-BE37-684B478D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C499-BEDB-48B2-927D-53B59B50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D35BE-4568-4FCA-63BB-443051F34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11C0B-764A-157B-EAD1-DEE15876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04849-EAFA-59C5-1018-2E93A809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41E38-A4C3-F4D1-C027-F8AB0F0F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7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ADE2-50C7-12FE-4D50-C90CC41F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A90EB-48E2-7161-1241-6E70A523D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E029D-6437-8456-31C6-44B059AB8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3A943-DBD7-379C-4A97-410892C1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6E468-FEEA-4984-AD24-B2C45AAF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E351B-E4B4-0F99-1568-CB199650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44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AF9-2960-E95A-FBBA-F4604304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07534-3E84-FD7D-EA01-BE49E0146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332E-36E2-A332-4C6E-5F9049E8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87F6-EBCD-E9D8-94B2-DFBBABBD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95CB-1BA6-E220-73B5-71F32BD7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07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CE392-3B06-E585-5856-5378B6F3A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A57-C752-C259-5097-A1996C78D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A4924-DA65-76B3-67F0-1A9D185E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1643-22C6-E6E4-7FD9-116D0A67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8A93-681E-FC15-2F52-1BBB53A6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4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68058-4339-BD35-A264-2DEEA99A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3F5DD-AB00-84CA-2983-AD5CB7726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8053-83E5-712B-E7EF-9AA31D33E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E825E-4792-4373-A154-7B5C073BFF91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2FA7-F962-37DC-A385-6DFC5BBC1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83968-6733-1376-5BE9-FCE5B3103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48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1B7F4386-C871-17BD-B05C-E4BCF3F7528E}"/>
              </a:ext>
            </a:extLst>
          </p:cNvPr>
          <p:cNvSpPr/>
          <p:nvPr/>
        </p:nvSpPr>
        <p:spPr>
          <a:xfrm>
            <a:off x="0" y="625392"/>
            <a:ext cx="12192000" cy="4265728"/>
          </a:xfrm>
          <a:prstGeom prst="roundRect">
            <a:avLst/>
          </a:prstGeom>
          <a:solidFill>
            <a:srgbClr val="FDF7FF"/>
          </a:solidFill>
          <a:ln w="25400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4" name="Flowchart: Manual Operation 113">
            <a:extLst>
              <a:ext uri="{FF2B5EF4-FFF2-40B4-BE49-F238E27FC236}">
                <a16:creationId xmlns:a16="http://schemas.microsoft.com/office/drawing/2014/main" id="{C029787A-07DD-8F8F-44FF-48B94AB288D5}"/>
              </a:ext>
            </a:extLst>
          </p:cNvPr>
          <p:cNvSpPr/>
          <p:nvPr/>
        </p:nvSpPr>
        <p:spPr>
          <a:xfrm>
            <a:off x="9032098" y="4123102"/>
            <a:ext cx="2853489" cy="1544283"/>
          </a:xfrm>
          <a:prstGeom prst="flowChartManualOperation">
            <a:avLst/>
          </a:prstGeom>
          <a:solidFill>
            <a:srgbClr val="FAFA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DE1673A-6197-DD39-550D-2CF5848A21B7}"/>
              </a:ext>
            </a:extLst>
          </p:cNvPr>
          <p:cNvSpPr/>
          <p:nvPr/>
        </p:nvSpPr>
        <p:spPr>
          <a:xfrm rot="19074875">
            <a:off x="6952089" y="1537598"/>
            <a:ext cx="337256" cy="10019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F513A1-EE67-CA7E-8F98-BFFC7CA2CE21}"/>
              </a:ext>
            </a:extLst>
          </p:cNvPr>
          <p:cNvSpPr/>
          <p:nvPr/>
        </p:nvSpPr>
        <p:spPr>
          <a:xfrm>
            <a:off x="384557" y="2222545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AA Sequence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NVKTL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S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QAVKNI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AAA897-5660-CE8A-58A8-2FA51BACBBF9}"/>
              </a:ext>
            </a:extLst>
          </p:cNvPr>
          <p:cNvSpPr/>
          <p:nvPr/>
        </p:nvSpPr>
        <p:spPr>
          <a:xfrm>
            <a:off x="3842703" y="1801061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86AC85-7FB6-CC90-26ED-D21DEF758FBC}"/>
              </a:ext>
            </a:extLst>
          </p:cNvPr>
          <p:cNvSpPr/>
          <p:nvPr/>
        </p:nvSpPr>
        <p:spPr>
          <a:xfrm>
            <a:off x="3950759" y="1934411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114A1-2CAF-17FB-059B-3F9E0E0760C4}"/>
              </a:ext>
            </a:extLst>
          </p:cNvPr>
          <p:cNvSpPr/>
          <p:nvPr/>
        </p:nvSpPr>
        <p:spPr>
          <a:xfrm>
            <a:off x="4103159" y="2086811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503C68-A1CC-7681-BC13-F6476C15394D}"/>
              </a:ext>
            </a:extLst>
          </p:cNvPr>
          <p:cNvSpPr/>
          <p:nvPr/>
        </p:nvSpPr>
        <p:spPr>
          <a:xfrm>
            <a:off x="4255559" y="2239211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E9C23A-F122-76CB-0737-48F24AD05762}"/>
              </a:ext>
            </a:extLst>
          </p:cNvPr>
          <p:cNvSpPr/>
          <p:nvPr/>
        </p:nvSpPr>
        <p:spPr>
          <a:xfrm>
            <a:off x="4407959" y="2391611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ESM-2 Layer</a:t>
            </a:r>
            <a:endParaRPr lang="en-GB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522881-84EE-9D82-E486-615197823948}"/>
              </a:ext>
            </a:extLst>
          </p:cNvPr>
          <p:cNvSpPr txBox="1"/>
          <p:nvPr/>
        </p:nvSpPr>
        <p:spPr>
          <a:xfrm rot="2873514">
            <a:off x="7033752" y="1589451"/>
            <a:ext cx="667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x33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9AE4D7-ACDA-1BFE-5CD5-BD368780C110}"/>
              </a:ext>
            </a:extLst>
          </p:cNvPr>
          <p:cNvCxnSpPr>
            <a:cxnSpLocks/>
          </p:cNvCxnSpPr>
          <p:nvPr/>
        </p:nvCxnSpPr>
        <p:spPr>
          <a:xfrm>
            <a:off x="7401911" y="2824076"/>
            <a:ext cx="1380011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CF0E90F-03AB-5B07-722F-AF8ED03A8D6A}"/>
              </a:ext>
            </a:extLst>
          </p:cNvPr>
          <p:cNvSpPr/>
          <p:nvPr/>
        </p:nvSpPr>
        <p:spPr>
          <a:xfrm>
            <a:off x="9032099" y="1079481"/>
            <a:ext cx="2853489" cy="3489188"/>
          </a:xfrm>
          <a:prstGeom prst="roundRect">
            <a:avLst/>
          </a:prstGeom>
          <a:solidFill>
            <a:srgbClr val="FAF2F8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Embeddings</a:t>
            </a:r>
          </a:p>
          <a:p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1   2   3   4   5    </a:t>
            </a:r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1280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…         …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… </a:t>
            </a: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…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7F09C5E0-0B57-2F06-0C05-A343D46C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22978"/>
              </p:ext>
            </p:extLst>
          </p:nvPr>
        </p:nvGraphicFramePr>
        <p:xfrm>
          <a:off x="9212726" y="2076919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805FF24D-9DA8-57D8-6B9F-7FB0A2976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34748"/>
              </p:ext>
            </p:extLst>
          </p:nvPr>
        </p:nvGraphicFramePr>
        <p:xfrm>
          <a:off x="9212726" y="3996745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5A2E5743-BC5A-6D48-9945-E49ADEE6C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582668"/>
              </p:ext>
            </p:extLst>
          </p:nvPr>
        </p:nvGraphicFramePr>
        <p:xfrm>
          <a:off x="11248736" y="2076919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3E048A33-AB03-CBB9-F5AC-C9B51E594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76192"/>
              </p:ext>
            </p:extLst>
          </p:nvPr>
        </p:nvGraphicFramePr>
        <p:xfrm>
          <a:off x="9212726" y="2500736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E92C03C5-0D8C-1557-2A04-E60F2205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90961"/>
              </p:ext>
            </p:extLst>
          </p:nvPr>
        </p:nvGraphicFramePr>
        <p:xfrm>
          <a:off x="11248734" y="2500736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0B789C1A-90B6-D8BC-1A5C-55993C93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054131"/>
              </p:ext>
            </p:extLst>
          </p:nvPr>
        </p:nvGraphicFramePr>
        <p:xfrm>
          <a:off x="11248731" y="4002672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7AC0CA19-2706-C05B-87BE-6BB82D80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89287"/>
              </p:ext>
            </p:extLst>
          </p:nvPr>
        </p:nvGraphicFramePr>
        <p:xfrm>
          <a:off x="9212726" y="3564765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2366903D-7A7D-0982-2860-8A7971CBF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40290"/>
              </p:ext>
            </p:extLst>
          </p:nvPr>
        </p:nvGraphicFramePr>
        <p:xfrm>
          <a:off x="11248731" y="3564765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8057BE4E-2310-87BF-ABD0-1AB736DB6CA2}"/>
              </a:ext>
            </a:extLst>
          </p:cNvPr>
          <p:cNvSpPr txBox="1"/>
          <p:nvPr/>
        </p:nvSpPr>
        <p:spPr>
          <a:xfrm>
            <a:off x="9212726" y="3027938"/>
            <a:ext cx="1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L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2A743D-A46F-B8A4-FCF6-BF6920AC66A2}"/>
              </a:ext>
            </a:extLst>
          </p:cNvPr>
          <p:cNvSpPr txBox="1"/>
          <p:nvPr/>
        </p:nvSpPr>
        <p:spPr>
          <a:xfrm>
            <a:off x="7465651" y="2866496"/>
            <a:ext cx="1130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Remove </a:t>
            </a:r>
          </a:p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CLS/EOS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BDC2A1-2335-8C78-9025-989061B671C8}"/>
              </a:ext>
            </a:extLst>
          </p:cNvPr>
          <p:cNvCxnSpPr>
            <a:cxnSpLocks/>
          </p:cNvCxnSpPr>
          <p:nvPr/>
        </p:nvCxnSpPr>
        <p:spPr>
          <a:xfrm>
            <a:off x="3238046" y="2641400"/>
            <a:ext cx="86511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8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4C3B2AD-E3C5-9143-3826-5938CB64E729}"/>
              </a:ext>
            </a:extLst>
          </p:cNvPr>
          <p:cNvSpPr/>
          <p:nvPr/>
        </p:nvSpPr>
        <p:spPr>
          <a:xfrm>
            <a:off x="64175" y="3583957"/>
            <a:ext cx="752034" cy="1810389"/>
          </a:xfrm>
          <a:prstGeom prst="curvedRightArrow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18E62C-2C01-41DB-61E9-5323DFB59485}"/>
              </a:ext>
            </a:extLst>
          </p:cNvPr>
          <p:cNvSpPr/>
          <p:nvPr/>
        </p:nvSpPr>
        <p:spPr>
          <a:xfrm>
            <a:off x="590547" y="572320"/>
            <a:ext cx="9832342" cy="3377594"/>
          </a:xfrm>
          <a:prstGeom prst="roundRect">
            <a:avLst/>
          </a:prstGeom>
          <a:solidFill>
            <a:srgbClr val="FAFAFA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01C673-9EC3-149C-FBA3-77872BD59257}"/>
              </a:ext>
            </a:extLst>
          </p:cNvPr>
          <p:cNvSpPr/>
          <p:nvPr/>
        </p:nvSpPr>
        <p:spPr>
          <a:xfrm>
            <a:off x="917363" y="1581569"/>
            <a:ext cx="2953439" cy="918700"/>
          </a:xfrm>
          <a:prstGeom prst="roundRect">
            <a:avLst/>
          </a:prstGeom>
          <a:solidFill>
            <a:srgbClr val="FCF3FF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12C8A-6160-49A3-3E0D-1B1704AE5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77318"/>
              </p:ext>
            </p:extLst>
          </p:nvPr>
        </p:nvGraphicFramePr>
        <p:xfrm>
          <a:off x="1183158" y="1865223"/>
          <a:ext cx="1338345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9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E2E5F6"/>
                        </a:solidFill>
                      </a:endParaRPr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73D75-812F-F8E1-CDCA-2901F9E34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60576"/>
              </p:ext>
            </p:extLst>
          </p:nvPr>
        </p:nvGraphicFramePr>
        <p:xfrm>
          <a:off x="3155663" y="1864723"/>
          <a:ext cx="284183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183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8DE69-3AF7-F669-5C65-228CFD2D3164}"/>
              </a:ext>
            </a:extLst>
          </p:cNvPr>
          <p:cNvSpPr txBox="1"/>
          <p:nvPr/>
        </p:nvSpPr>
        <p:spPr>
          <a:xfrm>
            <a:off x="2608679" y="1707762"/>
            <a:ext cx="494758" cy="539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GB" sz="2800" dirty="0"/>
          </a:p>
        </p:txBody>
      </p:sp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4E7937B8-EDB9-4A64-3948-38BAA0238B76}"/>
              </a:ext>
            </a:extLst>
          </p:cNvPr>
          <p:cNvSpPr/>
          <p:nvPr/>
        </p:nvSpPr>
        <p:spPr>
          <a:xfrm>
            <a:off x="4851706" y="1102658"/>
            <a:ext cx="2724498" cy="1967661"/>
          </a:xfrm>
          <a:prstGeom prst="bracketPair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/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solidFill>
                <a:srgbClr val="D8D1E0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63925BB1-5F34-1A17-8307-72F8E76B6FD6}"/>
              </a:ext>
            </a:extLst>
          </p:cNvPr>
          <p:cNvSpPr/>
          <p:nvPr/>
        </p:nvSpPr>
        <p:spPr>
          <a:xfrm rot="5400000">
            <a:off x="6119477" y="2683919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23FC11-E7EE-C76F-575B-4990C3ABA5DA}"/>
              </a:ext>
            </a:extLst>
          </p:cNvPr>
          <p:cNvSpPr txBox="1"/>
          <p:nvPr/>
        </p:nvSpPr>
        <p:spPr>
          <a:xfrm>
            <a:off x="5865140" y="331182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490B320-A20A-30D9-E4F5-3382334DF0F4}"/>
              </a:ext>
            </a:extLst>
          </p:cNvPr>
          <p:cNvSpPr/>
          <p:nvPr/>
        </p:nvSpPr>
        <p:spPr>
          <a:xfrm>
            <a:off x="8543673" y="1136575"/>
            <a:ext cx="1241460" cy="1985855"/>
          </a:xfrm>
          <a:prstGeom prst="roundRect">
            <a:avLst/>
          </a:prstGeom>
          <a:solidFill>
            <a:srgbClr val="E2ECD5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50952B-EB22-93C9-6A36-9D5A2ACFFCC8}"/>
              </a:ext>
            </a:extLst>
          </p:cNvPr>
          <p:cNvSpPr txBox="1"/>
          <p:nvPr/>
        </p:nvSpPr>
        <p:spPr>
          <a:xfrm>
            <a:off x="5782191" y="767242"/>
            <a:ext cx="849818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Slicing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Flowchart: Or 43">
            <a:extLst>
              <a:ext uri="{FF2B5EF4-FFF2-40B4-BE49-F238E27FC236}">
                <a16:creationId xmlns:a16="http://schemas.microsoft.com/office/drawing/2014/main" id="{D227E0CC-E1A2-8498-B6F7-4DFD9EC6280A}"/>
              </a:ext>
            </a:extLst>
          </p:cNvPr>
          <p:cNvSpPr/>
          <p:nvPr/>
        </p:nvSpPr>
        <p:spPr>
          <a:xfrm>
            <a:off x="8961950" y="1768472"/>
            <a:ext cx="375607" cy="372568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3D4BCE-B1A5-3C1F-CF2C-F36DA0E2C616}"/>
              </a:ext>
            </a:extLst>
          </p:cNvPr>
          <p:cNvCxnSpPr>
            <a:cxnSpLocks/>
            <a:stCxn id="44" idx="4"/>
          </p:cNvCxnSpPr>
          <p:nvPr/>
        </p:nvCxnSpPr>
        <p:spPr>
          <a:xfrm flipH="1">
            <a:off x="9143397" y="2141040"/>
            <a:ext cx="6357" cy="4573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B758CAAE-42EB-5799-AC42-E09638A5E010}"/>
              </a:ext>
            </a:extLst>
          </p:cNvPr>
          <p:cNvSpPr/>
          <p:nvPr/>
        </p:nvSpPr>
        <p:spPr>
          <a:xfrm>
            <a:off x="8961947" y="2567001"/>
            <a:ext cx="375607" cy="372568"/>
          </a:xfrm>
          <a:prstGeom prst="flowChartConnector">
            <a:avLst/>
          </a:prstGeom>
          <a:solidFill>
            <a:srgbClr val="E2E5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99E670E-E241-9EF4-4423-C5F52676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993006" y="2613420"/>
            <a:ext cx="282975" cy="28176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31AFF3C-C6CA-8D76-858D-62A983CA6698}"/>
              </a:ext>
            </a:extLst>
          </p:cNvPr>
          <p:cNvSpPr txBox="1"/>
          <p:nvPr/>
        </p:nvSpPr>
        <p:spPr>
          <a:xfrm>
            <a:off x="8618878" y="1224575"/>
            <a:ext cx="1032327" cy="53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Positional </a:t>
            </a:r>
          </a:p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Encoding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4BDC4A4A-4BA4-582C-4F9E-5A6C77250956}"/>
              </a:ext>
            </a:extLst>
          </p:cNvPr>
          <p:cNvSpPr/>
          <p:nvPr/>
        </p:nvSpPr>
        <p:spPr>
          <a:xfrm rot="5400000">
            <a:off x="2226113" y="2205189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451068-CE35-731E-BEFD-1C6BF0269E0B}"/>
              </a:ext>
            </a:extLst>
          </p:cNvPr>
          <p:cNvSpPr txBox="1"/>
          <p:nvPr/>
        </p:nvSpPr>
        <p:spPr>
          <a:xfrm>
            <a:off x="1846735" y="2817301"/>
            <a:ext cx="947709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1x1280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087D12-B539-3B68-384E-3A797DE3611A}"/>
              </a:ext>
            </a:extLst>
          </p:cNvPr>
          <p:cNvCxnSpPr>
            <a:cxnSpLocks/>
          </p:cNvCxnSpPr>
          <p:nvPr/>
        </p:nvCxnSpPr>
        <p:spPr>
          <a:xfrm>
            <a:off x="3986571" y="2037240"/>
            <a:ext cx="807618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13F820-7B80-3A6A-D768-47484524DC1D}"/>
              </a:ext>
            </a:extLst>
          </p:cNvPr>
          <p:cNvCxnSpPr>
            <a:cxnSpLocks/>
          </p:cNvCxnSpPr>
          <p:nvPr/>
        </p:nvCxnSpPr>
        <p:spPr>
          <a:xfrm>
            <a:off x="7576204" y="1945141"/>
            <a:ext cx="138574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/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solidFill>
                <a:srgbClr val="9CBE6E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/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4E18FD2-D862-D2D8-93A6-1DF8872645E3}"/>
              </a:ext>
            </a:extLst>
          </p:cNvPr>
          <p:cNvSpPr txBox="1"/>
          <p:nvPr/>
        </p:nvSpPr>
        <p:spPr>
          <a:xfrm>
            <a:off x="5300479" y="2071960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</p:spTree>
    <p:extLst>
      <p:ext uri="{BB962C8B-B14F-4D97-AF65-F5344CB8AC3E}">
        <p14:creationId xmlns:p14="http://schemas.microsoft.com/office/powerpoint/2010/main" val="82254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1088E71-460A-0A32-5A21-26AC9A2BCC5C}"/>
              </a:ext>
            </a:extLst>
          </p:cNvPr>
          <p:cNvSpPr/>
          <p:nvPr/>
        </p:nvSpPr>
        <p:spPr>
          <a:xfrm>
            <a:off x="0" y="796478"/>
            <a:ext cx="11789273" cy="4796837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23C7867-CF2C-9885-6771-EE91B4157223}"/>
              </a:ext>
            </a:extLst>
          </p:cNvPr>
          <p:cNvSpPr/>
          <p:nvPr/>
        </p:nvSpPr>
        <p:spPr>
          <a:xfrm>
            <a:off x="203973" y="1001643"/>
            <a:ext cx="11789273" cy="4796837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DB9B4B-F6AC-D4FE-764F-F0178E5E8D52}"/>
              </a:ext>
            </a:extLst>
          </p:cNvPr>
          <p:cNvSpPr/>
          <p:nvPr/>
        </p:nvSpPr>
        <p:spPr>
          <a:xfrm>
            <a:off x="402727" y="1206808"/>
            <a:ext cx="11789273" cy="4796837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90C98-2D74-0635-9089-D7B2EE0810CB}"/>
              </a:ext>
            </a:extLst>
          </p:cNvPr>
          <p:cNvSpPr txBox="1"/>
          <p:nvPr/>
        </p:nvSpPr>
        <p:spPr>
          <a:xfrm>
            <a:off x="5015585" y="1192789"/>
            <a:ext cx="271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Encoder Layer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AC882352-EBE6-81D0-6CFA-3019534AEA91}"/>
              </a:ext>
            </a:extLst>
          </p:cNvPr>
          <p:cNvSpPr/>
          <p:nvPr/>
        </p:nvSpPr>
        <p:spPr>
          <a:xfrm>
            <a:off x="906080" y="2319703"/>
            <a:ext cx="107943" cy="196942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5E64AD-9ECE-09A9-1281-10A02EDA176E}"/>
              </a:ext>
            </a:extLst>
          </p:cNvPr>
          <p:cNvSpPr txBox="1"/>
          <p:nvPr/>
        </p:nvSpPr>
        <p:spPr>
          <a:xfrm>
            <a:off x="981075" y="2448173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81652-6B9D-415A-6EFD-332E81819E3C}"/>
              </a:ext>
            </a:extLst>
          </p:cNvPr>
          <p:cNvSpPr txBox="1"/>
          <p:nvPr/>
        </p:nvSpPr>
        <p:spPr>
          <a:xfrm>
            <a:off x="980274" y="3127624"/>
            <a:ext cx="345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6F299-D9F1-5B9D-BB16-C96CF577AD84}"/>
              </a:ext>
            </a:extLst>
          </p:cNvPr>
          <p:cNvSpPr txBox="1"/>
          <p:nvPr/>
        </p:nvSpPr>
        <p:spPr>
          <a:xfrm>
            <a:off x="981075" y="3807075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82FCB86-A52B-2441-AA4D-E1B6A159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305867"/>
              </p:ext>
            </p:extLst>
          </p:nvPr>
        </p:nvGraphicFramePr>
        <p:xfrm>
          <a:off x="1476839" y="2435472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DF648A5-EFA5-8FE0-950C-32574FB7E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005609"/>
              </p:ext>
            </p:extLst>
          </p:nvPr>
        </p:nvGraphicFramePr>
        <p:xfrm>
          <a:off x="1468685" y="3104869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B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BF3F57B-F689-7105-6BCD-98E944C72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837267"/>
              </p:ext>
            </p:extLst>
          </p:nvPr>
        </p:nvGraphicFramePr>
        <p:xfrm>
          <a:off x="1468685" y="3824250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sp>
        <p:nvSpPr>
          <p:cNvPr id="34" name="Right Brace 33">
            <a:extLst>
              <a:ext uri="{FF2B5EF4-FFF2-40B4-BE49-F238E27FC236}">
                <a16:creationId xmlns:a16="http://schemas.microsoft.com/office/drawing/2014/main" id="{29DBF8F4-4845-00C8-1B2B-D78ADEC0EC73}"/>
              </a:ext>
            </a:extLst>
          </p:cNvPr>
          <p:cNvSpPr/>
          <p:nvPr/>
        </p:nvSpPr>
        <p:spPr>
          <a:xfrm>
            <a:off x="2588843" y="2499004"/>
            <a:ext cx="154788" cy="914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9D1847D-FCA3-3222-A71C-E08E9F53E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858456"/>
              </p:ext>
            </p:extLst>
          </p:nvPr>
        </p:nvGraphicFramePr>
        <p:xfrm>
          <a:off x="3176393" y="1886832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/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65C128D-4DCF-A59E-E716-441578EA2D2D}"/>
              </a:ext>
            </a:extLst>
          </p:cNvPr>
          <p:cNvCxnSpPr>
            <a:cxnSpLocks/>
          </p:cNvCxnSpPr>
          <p:nvPr/>
        </p:nvCxnSpPr>
        <p:spPr>
          <a:xfrm>
            <a:off x="1919303" y="4190010"/>
            <a:ext cx="0" cy="863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3652B0-3ECB-AD26-2AFC-ACFC89E83F3C}"/>
              </a:ext>
            </a:extLst>
          </p:cNvPr>
          <p:cNvCxnSpPr>
            <a:cxnSpLocks/>
          </p:cNvCxnSpPr>
          <p:nvPr/>
        </p:nvCxnSpPr>
        <p:spPr>
          <a:xfrm>
            <a:off x="1919303" y="5053615"/>
            <a:ext cx="33772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5484CC-AC23-F488-EF17-22A3909A7E44}"/>
              </a:ext>
            </a:extLst>
          </p:cNvPr>
          <p:cNvCxnSpPr>
            <a:cxnSpLocks/>
          </p:cNvCxnSpPr>
          <p:nvPr/>
        </p:nvCxnSpPr>
        <p:spPr>
          <a:xfrm flipV="1">
            <a:off x="5296561" y="3127624"/>
            <a:ext cx="0" cy="192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owchart: Or 69">
            <a:extLst>
              <a:ext uri="{FF2B5EF4-FFF2-40B4-BE49-F238E27FC236}">
                <a16:creationId xmlns:a16="http://schemas.microsoft.com/office/drawing/2014/main" id="{807B8F89-9DC5-8570-55D1-10CD6FE18373}"/>
              </a:ext>
            </a:extLst>
          </p:cNvPr>
          <p:cNvSpPr/>
          <p:nvPr/>
        </p:nvSpPr>
        <p:spPr>
          <a:xfrm rot="2667844">
            <a:off x="5108308" y="2781883"/>
            <a:ext cx="361353" cy="361336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6F39D9-D006-6FE1-FD54-CC9F60394CFC}"/>
              </a:ext>
            </a:extLst>
          </p:cNvPr>
          <p:cNvCxnSpPr>
            <a:cxnSpLocks/>
          </p:cNvCxnSpPr>
          <p:nvPr/>
        </p:nvCxnSpPr>
        <p:spPr>
          <a:xfrm>
            <a:off x="4741780" y="2962694"/>
            <a:ext cx="396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851D15A-C441-0727-272E-C1F12D73C980}"/>
              </a:ext>
            </a:extLst>
          </p:cNvPr>
          <p:cNvSpPr/>
          <p:nvPr/>
        </p:nvSpPr>
        <p:spPr>
          <a:xfrm>
            <a:off x="5732347" y="2141873"/>
            <a:ext cx="1286455" cy="1925992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3160399-EC7D-3A6E-FAFE-F974B2C8C7FF}"/>
              </a:ext>
            </a:extLst>
          </p:cNvPr>
          <p:cNvCxnSpPr>
            <a:cxnSpLocks/>
          </p:cNvCxnSpPr>
          <p:nvPr/>
        </p:nvCxnSpPr>
        <p:spPr>
          <a:xfrm>
            <a:off x="5473150" y="2955525"/>
            <a:ext cx="252000" cy="1358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Flowchart: Or 76">
            <a:extLst>
              <a:ext uri="{FF2B5EF4-FFF2-40B4-BE49-F238E27FC236}">
                <a16:creationId xmlns:a16="http://schemas.microsoft.com/office/drawing/2014/main" id="{A7E233DC-02F6-F961-8BEF-8040994939FA}"/>
              </a:ext>
            </a:extLst>
          </p:cNvPr>
          <p:cNvSpPr/>
          <p:nvPr/>
        </p:nvSpPr>
        <p:spPr>
          <a:xfrm rot="5400000">
            <a:off x="6208597" y="2708601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7B11E9-21A6-88B6-8439-64ED8167F39F}"/>
              </a:ext>
            </a:extLst>
          </p:cNvPr>
          <p:cNvCxnSpPr>
            <a:cxnSpLocks/>
          </p:cNvCxnSpPr>
          <p:nvPr/>
        </p:nvCxnSpPr>
        <p:spPr>
          <a:xfrm flipV="1">
            <a:off x="6390811" y="3069949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270E876-48F1-2658-5EB8-9B71714ADFFC}"/>
              </a:ext>
            </a:extLst>
          </p:cNvPr>
          <p:cNvSpPr txBox="1"/>
          <p:nvPr/>
        </p:nvSpPr>
        <p:spPr>
          <a:xfrm>
            <a:off x="5852071" y="3400062"/>
            <a:ext cx="1050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1C7231-BF38-ADDC-EA9E-9475181C4663}"/>
              </a:ext>
            </a:extLst>
          </p:cNvPr>
          <p:cNvSpPr txBox="1"/>
          <p:nvPr/>
        </p:nvSpPr>
        <p:spPr>
          <a:xfrm>
            <a:off x="5779910" y="2319703"/>
            <a:ext cx="1194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B0702C-C83B-40B0-3863-326AD7055BB4}"/>
              </a:ext>
            </a:extLst>
          </p:cNvPr>
          <p:cNvSpPr txBox="1"/>
          <p:nvPr/>
        </p:nvSpPr>
        <p:spPr>
          <a:xfrm>
            <a:off x="2044859" y="5188741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Multi-Head Attention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1160B9B1-70E4-513A-3150-37531DB7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978451"/>
              </p:ext>
            </p:extLst>
          </p:nvPr>
        </p:nvGraphicFramePr>
        <p:xfrm>
          <a:off x="3076437" y="1970366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9C2BFACA-18A3-4DA8-7A47-F7CF2EE5C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946888"/>
              </p:ext>
            </p:extLst>
          </p:nvPr>
        </p:nvGraphicFramePr>
        <p:xfrm>
          <a:off x="2960293" y="2080376"/>
          <a:ext cx="1720725" cy="182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6B12AC9-EFA3-62EC-BE87-60DFE8F31394}"/>
              </a:ext>
            </a:extLst>
          </p:cNvPr>
          <p:cNvSpPr/>
          <p:nvPr/>
        </p:nvSpPr>
        <p:spPr>
          <a:xfrm>
            <a:off x="7343002" y="1774154"/>
            <a:ext cx="2656293" cy="4012831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454F386-F570-597B-7C83-A02A04C35CCE}"/>
              </a:ext>
            </a:extLst>
          </p:cNvPr>
          <p:cNvCxnSpPr>
            <a:cxnSpLocks/>
          </p:cNvCxnSpPr>
          <p:nvPr/>
        </p:nvCxnSpPr>
        <p:spPr>
          <a:xfrm>
            <a:off x="7018802" y="2995910"/>
            <a:ext cx="601475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10E7E59-0837-C3B1-F411-69D00F0A35C6}"/>
              </a:ext>
            </a:extLst>
          </p:cNvPr>
          <p:cNvSpPr/>
          <p:nvPr/>
        </p:nvSpPr>
        <p:spPr>
          <a:xfrm rot="5400000">
            <a:off x="6904579" y="2789140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75F987C0-3FC0-A14E-4317-9EE9DB3758B0}"/>
              </a:ext>
            </a:extLst>
          </p:cNvPr>
          <p:cNvSpPr/>
          <p:nvPr/>
        </p:nvSpPr>
        <p:spPr>
          <a:xfrm rot="5400000">
            <a:off x="7727811" y="2789140"/>
            <a:ext cx="1923641" cy="546891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8188900-C1F5-A9BD-F29B-32115BB21C74}"/>
              </a:ext>
            </a:extLst>
          </p:cNvPr>
          <p:cNvSpPr/>
          <p:nvPr/>
        </p:nvSpPr>
        <p:spPr>
          <a:xfrm rot="5400000">
            <a:off x="8551042" y="2789141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AF837DC-4E8A-E2E2-B2D2-E9B2A7D1E1DA}"/>
              </a:ext>
            </a:extLst>
          </p:cNvPr>
          <p:cNvCxnSpPr>
            <a:cxnSpLocks/>
          </p:cNvCxnSpPr>
          <p:nvPr/>
        </p:nvCxnSpPr>
        <p:spPr>
          <a:xfrm>
            <a:off x="8150332" y="2995910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ACD388-49C1-369F-6C61-C03A5473EAE6}"/>
              </a:ext>
            </a:extLst>
          </p:cNvPr>
          <p:cNvCxnSpPr>
            <a:cxnSpLocks/>
          </p:cNvCxnSpPr>
          <p:nvPr/>
        </p:nvCxnSpPr>
        <p:spPr>
          <a:xfrm>
            <a:off x="8973563" y="3002400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Right Brace 106">
            <a:extLst>
              <a:ext uri="{FF2B5EF4-FFF2-40B4-BE49-F238E27FC236}">
                <a16:creationId xmlns:a16="http://schemas.microsoft.com/office/drawing/2014/main" id="{80625D1B-2393-6857-0B6B-913195213B78}"/>
              </a:ext>
            </a:extLst>
          </p:cNvPr>
          <p:cNvSpPr/>
          <p:nvPr/>
        </p:nvSpPr>
        <p:spPr>
          <a:xfrm rot="5400000">
            <a:off x="7782262" y="4024214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FE443508-7E08-54B9-C515-AC79D6657C5B}"/>
              </a:ext>
            </a:extLst>
          </p:cNvPr>
          <p:cNvSpPr/>
          <p:nvPr/>
        </p:nvSpPr>
        <p:spPr>
          <a:xfrm rot="5400000">
            <a:off x="9442247" y="4035152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07ABF3-2F08-C323-B475-D63D44455EC1}"/>
              </a:ext>
            </a:extLst>
          </p:cNvPr>
          <p:cNvSpPr txBox="1"/>
          <p:nvPr/>
        </p:nvSpPr>
        <p:spPr>
          <a:xfrm>
            <a:off x="7506145" y="4412576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X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A427791-D275-E083-5179-2D957738E626}"/>
              </a:ext>
            </a:extLst>
          </p:cNvPr>
          <p:cNvCxnSpPr>
            <a:cxnSpLocks/>
          </p:cNvCxnSpPr>
          <p:nvPr/>
        </p:nvCxnSpPr>
        <p:spPr>
          <a:xfrm>
            <a:off x="9802163" y="3019290"/>
            <a:ext cx="504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8CCCAEC3-A59F-C214-CCD1-9F7ADD25ED36}"/>
              </a:ext>
            </a:extLst>
          </p:cNvPr>
          <p:cNvSpPr txBox="1"/>
          <p:nvPr/>
        </p:nvSpPr>
        <p:spPr>
          <a:xfrm>
            <a:off x="7126662" y="5154532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Feed-Forward Network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66720A3-4956-E362-4B65-9B07FE2545C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82832" y="3304416"/>
            <a:ext cx="123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13115B8-173F-257B-06B6-E5C6915ECEBB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11344100" y="2979584"/>
            <a:ext cx="62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37437B0-DC64-8239-6186-B1B4D82DD9F9}"/>
              </a:ext>
            </a:extLst>
          </p:cNvPr>
          <p:cNvSpPr txBox="1"/>
          <p:nvPr/>
        </p:nvSpPr>
        <p:spPr>
          <a:xfrm>
            <a:off x="11260699" y="5114826"/>
            <a:ext cx="596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xN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6C6511AE-6A78-1D3E-E65D-25E48902C469}"/>
              </a:ext>
            </a:extLst>
          </p:cNvPr>
          <p:cNvSpPr/>
          <p:nvPr/>
        </p:nvSpPr>
        <p:spPr>
          <a:xfrm rot="13315776">
            <a:off x="2911680" y="1648097"/>
            <a:ext cx="167559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82717-4BD4-F927-E22C-2F112BF64333}"/>
              </a:ext>
            </a:extLst>
          </p:cNvPr>
          <p:cNvSpPr txBox="1"/>
          <p:nvPr/>
        </p:nvSpPr>
        <p:spPr>
          <a:xfrm rot="18753781">
            <a:off x="2502660" y="1503336"/>
            <a:ext cx="57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xH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8B922511-B12A-4A73-BB84-06DF12CD3965}"/>
              </a:ext>
            </a:extLst>
          </p:cNvPr>
          <p:cNvSpPr/>
          <p:nvPr/>
        </p:nvSpPr>
        <p:spPr>
          <a:xfrm>
            <a:off x="680559" y="3254402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A982D7EC-289D-F2FC-F2DD-F0BB74ABFF26}"/>
              </a:ext>
            </a:extLst>
          </p:cNvPr>
          <p:cNvSpPr/>
          <p:nvPr/>
        </p:nvSpPr>
        <p:spPr>
          <a:xfrm>
            <a:off x="11968823" y="2929570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C3ACF-F870-15D7-7EBC-DAA563600C6F}"/>
              </a:ext>
            </a:extLst>
          </p:cNvPr>
          <p:cNvSpPr txBox="1"/>
          <p:nvPr/>
        </p:nvSpPr>
        <p:spPr>
          <a:xfrm>
            <a:off x="9166130" y="4412576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D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9F2C26-884B-E0B1-95F7-036C50FB0373}"/>
              </a:ext>
            </a:extLst>
          </p:cNvPr>
          <p:cNvSpPr/>
          <p:nvPr/>
        </p:nvSpPr>
        <p:spPr>
          <a:xfrm>
            <a:off x="10292699" y="2146125"/>
            <a:ext cx="1286455" cy="1925992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24" name="Flowchart: Or 23">
            <a:extLst>
              <a:ext uri="{FF2B5EF4-FFF2-40B4-BE49-F238E27FC236}">
                <a16:creationId xmlns:a16="http://schemas.microsoft.com/office/drawing/2014/main" id="{CDD4D75D-9862-59C3-8277-7ACF64CFEA10}"/>
              </a:ext>
            </a:extLst>
          </p:cNvPr>
          <p:cNvSpPr/>
          <p:nvPr/>
        </p:nvSpPr>
        <p:spPr>
          <a:xfrm rot="5400000">
            <a:off x="10768949" y="2712853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DE2A41-BCA2-1716-6FF8-BE5E20BA8A1D}"/>
              </a:ext>
            </a:extLst>
          </p:cNvPr>
          <p:cNvCxnSpPr>
            <a:cxnSpLocks/>
          </p:cNvCxnSpPr>
          <p:nvPr/>
        </p:nvCxnSpPr>
        <p:spPr>
          <a:xfrm flipV="1">
            <a:off x="10951163" y="3074201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292F5A7-7765-0ABE-98DA-2E354110E8A6}"/>
              </a:ext>
            </a:extLst>
          </p:cNvPr>
          <p:cNvSpPr txBox="1"/>
          <p:nvPr/>
        </p:nvSpPr>
        <p:spPr>
          <a:xfrm>
            <a:off x="10412423" y="3404314"/>
            <a:ext cx="1050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233656-9AD7-737B-BD44-F75D8F4667D4}"/>
              </a:ext>
            </a:extLst>
          </p:cNvPr>
          <p:cNvSpPr txBox="1"/>
          <p:nvPr/>
        </p:nvSpPr>
        <p:spPr>
          <a:xfrm>
            <a:off x="10340262" y="2323955"/>
            <a:ext cx="1194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6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BF54-970B-EEBF-1A2F-AEFCF95D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857EDD5-9BBB-48C1-A8FB-C3BABA5CDACD}"/>
              </a:ext>
            </a:extLst>
          </p:cNvPr>
          <p:cNvSpPr/>
          <p:nvPr/>
        </p:nvSpPr>
        <p:spPr>
          <a:xfrm>
            <a:off x="549073" y="750661"/>
            <a:ext cx="11642927" cy="4584676"/>
          </a:xfrm>
          <a:prstGeom prst="roundRect">
            <a:avLst/>
          </a:prstGeom>
          <a:solidFill>
            <a:srgbClr val="D9D2E9"/>
          </a:solidFill>
          <a:ln w="25400">
            <a:solidFill>
              <a:schemeClr val="bg2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7757A-1176-5C6D-0916-48299C549565}"/>
              </a:ext>
            </a:extLst>
          </p:cNvPr>
          <p:cNvSpPr txBox="1"/>
          <p:nvPr/>
        </p:nvSpPr>
        <p:spPr>
          <a:xfrm>
            <a:off x="1289553" y="1369797"/>
            <a:ext cx="14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Mean Pooling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F38ED29-3EE7-3BC6-7424-4E40B2B25373}"/>
              </a:ext>
            </a:extLst>
          </p:cNvPr>
          <p:cNvSpPr/>
          <p:nvPr/>
        </p:nvSpPr>
        <p:spPr>
          <a:xfrm>
            <a:off x="2990804" y="1965453"/>
            <a:ext cx="300770" cy="169002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3AEF09-2258-E37A-7E08-F01B89FB2BCA}"/>
              </a:ext>
            </a:extLst>
          </p:cNvPr>
          <p:cNvSpPr/>
          <p:nvPr/>
        </p:nvSpPr>
        <p:spPr>
          <a:xfrm>
            <a:off x="3291574" y="2691407"/>
            <a:ext cx="1749206" cy="263138"/>
          </a:xfrm>
          <a:prstGeom prst="roundRect">
            <a:avLst/>
          </a:prstGeom>
          <a:solidFill>
            <a:srgbClr val="DAC3ED"/>
          </a:solidFill>
          <a:ln w="254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Mean</a:t>
            </a:r>
            <a:endParaRPr lang="en-GB" sz="16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0635140-6150-7AB3-2FF7-AE8C72BC69EB}"/>
              </a:ext>
            </a:extLst>
          </p:cNvPr>
          <p:cNvSpPr/>
          <p:nvPr/>
        </p:nvSpPr>
        <p:spPr>
          <a:xfrm rot="5400000">
            <a:off x="4074895" y="2759971"/>
            <a:ext cx="182562" cy="997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947D6-AB01-C608-2E28-680824DC716A}"/>
              </a:ext>
            </a:extLst>
          </p:cNvPr>
          <p:cNvSpPr txBox="1"/>
          <p:nvPr/>
        </p:nvSpPr>
        <p:spPr>
          <a:xfrm>
            <a:off x="3881483" y="339324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5D7D057B-6271-76F5-B1DE-09DDE670EDF5}"/>
              </a:ext>
            </a:extLst>
          </p:cNvPr>
          <p:cNvSpPr/>
          <p:nvPr/>
        </p:nvSpPr>
        <p:spPr>
          <a:xfrm rot="5400000">
            <a:off x="6297695" y="2946538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F776FDC9-DA37-5DA2-62EF-2504536B1DBA}"/>
              </a:ext>
            </a:extLst>
          </p:cNvPr>
          <p:cNvSpPr/>
          <p:nvPr/>
        </p:nvSpPr>
        <p:spPr>
          <a:xfrm rot="5400000">
            <a:off x="7957680" y="2957476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845941-E6A0-C2B8-D031-72C6805F49B3}"/>
              </a:ext>
            </a:extLst>
          </p:cNvPr>
          <p:cNvSpPr txBox="1"/>
          <p:nvPr/>
        </p:nvSpPr>
        <p:spPr>
          <a:xfrm>
            <a:off x="5918365" y="3335694"/>
            <a:ext cx="1023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256 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1536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6B7BF1-ABF3-0707-298E-1C9B00EC53F6}"/>
              </a:ext>
            </a:extLst>
          </p:cNvPr>
          <p:cNvSpPr txBox="1"/>
          <p:nvPr/>
        </p:nvSpPr>
        <p:spPr>
          <a:xfrm>
            <a:off x="7516482" y="3335694"/>
            <a:ext cx="1023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1536256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370134-AD81-FE1C-85FE-02F277893C9E}"/>
              </a:ext>
            </a:extLst>
          </p:cNvPr>
          <p:cNvSpPr txBox="1"/>
          <p:nvPr/>
        </p:nvSpPr>
        <p:spPr>
          <a:xfrm>
            <a:off x="5640929" y="4078022"/>
            <a:ext cx="310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Feed-Forward Network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A9575CC-11C1-1C5B-F3C4-98CBC16555B4}"/>
              </a:ext>
            </a:extLst>
          </p:cNvPr>
          <p:cNvSpPr/>
          <p:nvPr/>
        </p:nvSpPr>
        <p:spPr>
          <a:xfrm>
            <a:off x="5601969" y="1289109"/>
            <a:ext cx="2853489" cy="3762509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1C7388F-2A57-6F5A-043C-FE6B3C1876A9}"/>
              </a:ext>
            </a:extLst>
          </p:cNvPr>
          <p:cNvSpPr/>
          <p:nvPr/>
        </p:nvSpPr>
        <p:spPr>
          <a:xfrm rot="5400000">
            <a:off x="5302088" y="2433430"/>
            <a:ext cx="1923641" cy="549224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9AB3C7C-8DA8-0727-6A81-283B555EBEC8}"/>
              </a:ext>
            </a:extLst>
          </p:cNvPr>
          <p:cNvSpPr/>
          <p:nvPr/>
        </p:nvSpPr>
        <p:spPr>
          <a:xfrm rot="5400000">
            <a:off x="6125320" y="2433430"/>
            <a:ext cx="1923641" cy="549224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A08983F-4362-EC14-EE88-A86665E30F18}"/>
              </a:ext>
            </a:extLst>
          </p:cNvPr>
          <p:cNvSpPr/>
          <p:nvPr/>
        </p:nvSpPr>
        <p:spPr>
          <a:xfrm rot="5400000">
            <a:off x="6948551" y="2433431"/>
            <a:ext cx="1923641" cy="549224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6FC37F40-E002-4EBC-7FC4-5C10C7716D28}"/>
              </a:ext>
            </a:extLst>
          </p:cNvPr>
          <p:cNvSpPr/>
          <p:nvPr/>
        </p:nvSpPr>
        <p:spPr>
          <a:xfrm rot="5400000">
            <a:off x="6179771" y="3668505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4ABBACF-84F0-2396-4008-87EC2761A67C}"/>
              </a:ext>
            </a:extLst>
          </p:cNvPr>
          <p:cNvSpPr/>
          <p:nvPr/>
        </p:nvSpPr>
        <p:spPr>
          <a:xfrm rot="5400000">
            <a:off x="7839756" y="3679443"/>
            <a:ext cx="168274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0423A8-718C-18CF-742E-582B5ABBAEB3}"/>
              </a:ext>
            </a:extLst>
          </p:cNvPr>
          <p:cNvSpPr txBox="1"/>
          <p:nvPr/>
        </p:nvSpPr>
        <p:spPr>
          <a:xfrm>
            <a:off x="5478465" y="4452922"/>
            <a:ext cx="310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Final MLP Head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FF31D88-4F6A-2EE3-90BF-9881B6103BCA}"/>
              </a:ext>
            </a:extLst>
          </p:cNvPr>
          <p:cNvCxnSpPr>
            <a:cxnSpLocks/>
          </p:cNvCxnSpPr>
          <p:nvPr/>
        </p:nvCxnSpPr>
        <p:spPr>
          <a:xfrm>
            <a:off x="6538521" y="2821058"/>
            <a:ext cx="28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EDFE27-30CF-3A22-FEAD-C78FE76CB683}"/>
              </a:ext>
            </a:extLst>
          </p:cNvPr>
          <p:cNvCxnSpPr>
            <a:cxnSpLocks/>
          </p:cNvCxnSpPr>
          <p:nvPr/>
        </p:nvCxnSpPr>
        <p:spPr>
          <a:xfrm>
            <a:off x="7361753" y="2830160"/>
            <a:ext cx="28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479A632-6424-D0BF-CA83-F4D2DF9FC294}"/>
              </a:ext>
            </a:extLst>
          </p:cNvPr>
          <p:cNvSpPr/>
          <p:nvPr/>
        </p:nvSpPr>
        <p:spPr>
          <a:xfrm>
            <a:off x="9012984" y="2384656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Predicted SS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CCCCC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EEEHHH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6C8E7C-B72A-D14E-758E-4C315C10EC5D}"/>
              </a:ext>
            </a:extLst>
          </p:cNvPr>
          <p:cNvCxnSpPr>
            <a:cxnSpLocks/>
          </p:cNvCxnSpPr>
          <p:nvPr/>
        </p:nvCxnSpPr>
        <p:spPr>
          <a:xfrm>
            <a:off x="5040780" y="2819498"/>
            <a:ext cx="968496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56F230B-8DA5-CAFF-4017-4C37CC6FFE8F}"/>
              </a:ext>
            </a:extLst>
          </p:cNvPr>
          <p:cNvCxnSpPr>
            <a:cxnSpLocks/>
          </p:cNvCxnSpPr>
          <p:nvPr/>
        </p:nvCxnSpPr>
        <p:spPr>
          <a:xfrm flipV="1">
            <a:off x="8184984" y="2823433"/>
            <a:ext cx="828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D9DF3CCA-4FED-0F3B-26D6-8E672B0D0FE9}"/>
              </a:ext>
            </a:extLst>
          </p:cNvPr>
          <p:cNvSpPr/>
          <p:nvPr/>
        </p:nvSpPr>
        <p:spPr>
          <a:xfrm rot="5400000">
            <a:off x="5867486" y="81519"/>
            <a:ext cx="607456" cy="67002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/>
              <p:nvPr/>
            </p:nvSpPr>
            <p:spPr>
              <a:xfrm>
                <a:off x="1036459" y="1910621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1910621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BD770260-6759-9880-68CE-C0AA007A7CFB}"/>
              </a:ext>
            </a:extLst>
          </p:cNvPr>
          <p:cNvSpPr/>
          <p:nvPr/>
        </p:nvSpPr>
        <p:spPr>
          <a:xfrm rot="5400000">
            <a:off x="1855457" y="3455684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0ED63F-451F-3940-41DC-1368544D9D48}"/>
              </a:ext>
            </a:extLst>
          </p:cNvPr>
          <p:cNvSpPr txBox="1"/>
          <p:nvPr/>
        </p:nvSpPr>
        <p:spPr>
          <a:xfrm>
            <a:off x="1601120" y="40835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/>
              <p:nvPr/>
            </p:nvSpPr>
            <p:spPr>
              <a:xfrm>
                <a:off x="1036459" y="2348823"/>
                <a:ext cx="1827236" cy="355461"/>
              </a:xfrm>
              <a:prstGeom prst="roundRect">
                <a:avLst/>
              </a:prstGeom>
              <a:solidFill>
                <a:srgbClr val="E2ECD5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2348823"/>
                <a:ext cx="1827236" cy="3554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/>
              <p:nvPr/>
            </p:nvSpPr>
            <p:spPr>
              <a:xfrm>
                <a:off x="1036459" y="3407895"/>
                <a:ext cx="1827236" cy="355461"/>
              </a:xfrm>
              <a:prstGeom prst="roundRect">
                <a:avLst/>
              </a:prstGeom>
              <a:solidFill>
                <a:srgbClr val="E4BBC7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459" y="3407895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E5AD24E-8393-FA04-3B7E-4F4B4C1AACCE}"/>
              </a:ext>
            </a:extLst>
          </p:cNvPr>
          <p:cNvSpPr txBox="1"/>
          <p:nvPr/>
        </p:nvSpPr>
        <p:spPr>
          <a:xfrm>
            <a:off x="1036459" y="2843725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655C70-B9A3-9412-C003-387295ECB867}"/>
              </a:ext>
            </a:extLst>
          </p:cNvPr>
          <p:cNvSpPr txBox="1"/>
          <p:nvPr/>
        </p:nvSpPr>
        <p:spPr>
          <a:xfrm>
            <a:off x="5935938" y="4054205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Y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DDBBEE-F319-D865-5DE7-9259E2F5461E}"/>
              </a:ext>
            </a:extLst>
          </p:cNvPr>
          <p:cNvSpPr txBox="1"/>
          <p:nvPr/>
        </p:nvSpPr>
        <p:spPr>
          <a:xfrm>
            <a:off x="7563639" y="4054205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Y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C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9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112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Egglezou</dc:creator>
  <cp:lastModifiedBy>Stefanos Englezou</cp:lastModifiedBy>
  <cp:revision>198</cp:revision>
  <cp:lastPrinted>2026-06-27T15:31:05Z</cp:lastPrinted>
  <dcterms:created xsi:type="dcterms:W3CDTF">2026-03-17T20:41:59Z</dcterms:created>
  <dcterms:modified xsi:type="dcterms:W3CDTF">2026-06-27T17:59:35Z</dcterms:modified>
</cp:coreProperties>
</file>